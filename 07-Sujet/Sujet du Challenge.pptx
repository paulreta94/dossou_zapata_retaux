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8" r:id="rId5"/>
    <p:sldMasterId id="2147483929" r:id="rId6"/>
    <p:sldMasterId id="2147483942" r:id="rId7"/>
    <p:sldMasterId id="2147483951" r:id="rId8"/>
  </p:sldMasterIdLst>
  <p:notesMasterIdLst>
    <p:notesMasterId r:id="rId36"/>
  </p:notesMasterIdLst>
  <p:handoutMasterIdLst>
    <p:handoutMasterId r:id="rId37"/>
  </p:handoutMasterIdLst>
  <p:sldIdLst>
    <p:sldId id="840" r:id="rId9"/>
    <p:sldId id="899" r:id="rId10"/>
    <p:sldId id="900" r:id="rId11"/>
    <p:sldId id="813" r:id="rId12"/>
    <p:sldId id="892" r:id="rId13"/>
    <p:sldId id="901" r:id="rId14"/>
    <p:sldId id="902" r:id="rId15"/>
    <p:sldId id="898" r:id="rId16"/>
    <p:sldId id="905" r:id="rId17"/>
    <p:sldId id="904" r:id="rId18"/>
    <p:sldId id="915" r:id="rId19"/>
    <p:sldId id="903" r:id="rId20"/>
    <p:sldId id="910" r:id="rId21"/>
    <p:sldId id="909" r:id="rId22"/>
    <p:sldId id="916" r:id="rId23"/>
    <p:sldId id="908" r:id="rId24"/>
    <p:sldId id="907" r:id="rId25"/>
    <p:sldId id="913" r:id="rId26"/>
    <p:sldId id="920" r:id="rId27"/>
    <p:sldId id="917" r:id="rId28"/>
    <p:sldId id="912" r:id="rId29"/>
    <p:sldId id="911" r:id="rId30"/>
    <p:sldId id="918" r:id="rId31"/>
    <p:sldId id="906" r:id="rId32"/>
    <p:sldId id="919" r:id="rId33"/>
    <p:sldId id="914" r:id="rId34"/>
    <p:sldId id="880" r:id="rId35"/>
  </p:sldIdLst>
  <p:sldSz cx="9144000" cy="5145088"/>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ura Somson" initials="LS" lastIdx="1" clrIdx="0">
    <p:extLst>
      <p:ext uri="{19B8F6BF-5375-455C-9EA6-DF929625EA0E}">
        <p15:presenceInfo xmlns:p15="http://schemas.microsoft.com/office/powerpoint/2012/main" userId="Laura Somson" providerId="None"/>
      </p:ext>
    </p:extLst>
  </p:cmAuthor>
  <p:cmAuthor id="2" name="MAHUZIER Camille (SAFRAN)" initials="MC(" lastIdx="1" clrIdx="1">
    <p:extLst>
      <p:ext uri="{19B8F6BF-5375-455C-9EA6-DF929625EA0E}">
        <p15:presenceInfo xmlns:p15="http://schemas.microsoft.com/office/powerpoint/2012/main" userId="S-1-5-21-813648853-2564789358-409278174-339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7900"/>
    <a:srgbClr val="C51F4E"/>
    <a:srgbClr val="17D0CB"/>
    <a:srgbClr val="2C525D"/>
    <a:srgbClr val="2CC84D"/>
    <a:srgbClr val="024F20"/>
    <a:srgbClr val="FFB600"/>
    <a:srgbClr val="EB3986"/>
    <a:srgbClr val="122A57"/>
    <a:srgbClr val="1532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6" autoAdjust="0"/>
    <p:restoredTop sz="96023" autoAdjust="0"/>
  </p:normalViewPr>
  <p:slideViewPr>
    <p:cSldViewPr snapToGrid="0" showGuides="1">
      <p:cViewPr varScale="1">
        <p:scale>
          <a:sx n="111" d="100"/>
          <a:sy n="111" d="100"/>
        </p:scale>
        <p:origin x="658" y="67"/>
      </p:cViewPr>
      <p:guideLst>
        <p:guide orient="horz" pos="1620"/>
        <p:guide pos="2880"/>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117" d="100"/>
          <a:sy n="117" d="100"/>
        </p:scale>
        <p:origin x="4176" y="12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A6F046-D38F-4C8B-80A2-A045CCE21039}" type="datetimeFigureOut">
              <a:rPr lang="fr-FR" smtClean="0"/>
              <a:t>02/10/2024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B24A7D-67D1-474B-8281-7124DFD823B5}" type="slidenum">
              <a:rPr lang="fr-FR" smtClean="0"/>
              <a:t>‹N°›</a:t>
            </a:fld>
            <a:endParaRPr lang="fr-FR"/>
          </a:p>
        </p:txBody>
      </p:sp>
    </p:spTree>
    <p:extLst>
      <p:ext uri="{BB962C8B-B14F-4D97-AF65-F5344CB8AC3E}">
        <p14:creationId xmlns:p14="http://schemas.microsoft.com/office/powerpoint/2010/main" val="38637984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16B18-2456-4A77-B16C-F04914788918}" type="datetimeFigureOut">
              <a:rPr lang="fr-FR" smtClean="0"/>
              <a:t>02/10/2024</a:t>
            </a:fld>
            <a:endParaRPr lang="fr-FR"/>
          </a:p>
        </p:txBody>
      </p:sp>
      <p:sp>
        <p:nvSpPr>
          <p:cNvPr id="4" name="Espace réservé de l'image des diapositives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031628-B874-4023-80FE-6CB21235C5B5}" type="slidenum">
              <a:rPr lang="fr-FR" smtClean="0"/>
              <a:t>‹N°›</a:t>
            </a:fld>
            <a:endParaRPr lang="fr-FR"/>
          </a:p>
        </p:txBody>
      </p:sp>
    </p:spTree>
    <p:extLst>
      <p:ext uri="{BB962C8B-B14F-4D97-AF65-F5344CB8AC3E}">
        <p14:creationId xmlns:p14="http://schemas.microsoft.com/office/powerpoint/2010/main" val="2407710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OUP COVER">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377EA998-C783-46B4-8BD4-7807D686D2D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406969" y="4623601"/>
            <a:ext cx="816911" cy="171187"/>
          </a:xfrm>
          <a:prstGeom prst="rect">
            <a:avLst/>
          </a:prstGeom>
        </p:spPr>
      </p:pic>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285750" y="1767833"/>
            <a:ext cx="3056172" cy="1113590"/>
          </a:xfrm>
          <a:prstGeom prst="rect">
            <a:avLst/>
          </a:prstGeom>
        </p:spPr>
        <p:txBody>
          <a:bodyPr anchor="ctr" anchorCtr="0">
            <a:noAutofit/>
          </a:bodyPr>
          <a:lstStyle>
            <a:lvl1pPr marL="0" indent="0" algn="ctr">
              <a:lnSpc>
                <a:spcPct val="90000"/>
              </a:lnSpc>
              <a:buNone/>
              <a:defRPr sz="2600" b="1">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hasCustomPrompt="1"/>
          </p:nvPr>
        </p:nvSpPr>
        <p:spPr>
          <a:xfrm>
            <a:off x="3627672" y="0"/>
            <a:ext cx="5516327" cy="5145088"/>
          </a:xfrm>
          <a:prstGeom prst="rect">
            <a:avLst/>
          </a:prstGeom>
        </p:spPr>
        <p:txBody>
          <a:bodyPr/>
          <a:lstStyle>
            <a:lvl1pPr marL="0" indent="0">
              <a:buNone/>
              <a:defRPr b="0">
                <a:solidFill>
                  <a:schemeClr val="bg1"/>
                </a:solidFill>
              </a:defRPr>
            </a:lvl1pPr>
          </a:lstStyle>
          <a:p>
            <a:r>
              <a:rPr lang="en-US" dirty="0"/>
              <a:t>Click icon to change the picture </a:t>
            </a:r>
            <a:endParaRPr lang="fr-FR" dirty="0"/>
          </a:p>
        </p:txBody>
      </p:sp>
      <p:pic>
        <p:nvPicPr>
          <p:cNvPr id="16" name="Image 15">
            <a:extLst>
              <a:ext uri="{FF2B5EF4-FFF2-40B4-BE49-F238E27FC236}">
                <a16:creationId xmlns:a16="http://schemas.microsoft.com/office/drawing/2014/main" id="{05876289-A5AC-57F9-D74E-A267A584AF06}"/>
              </a:ext>
            </a:extLst>
          </p:cNvPr>
          <p:cNvPicPr>
            <a:picLocks noChangeAspect="1"/>
          </p:cNvPicPr>
          <p:nvPr userDrawn="1"/>
        </p:nvPicPr>
        <p:blipFill>
          <a:blip r:embed="rId4"/>
          <a:srcRect/>
          <a:stretch/>
        </p:blipFill>
        <p:spPr>
          <a:xfrm>
            <a:off x="1011302" y="254177"/>
            <a:ext cx="1608067" cy="357795"/>
          </a:xfrm>
          <a:prstGeom prst="rect">
            <a:avLst/>
          </a:prstGeom>
        </p:spPr>
      </p:pic>
      <p:sp>
        <p:nvSpPr>
          <p:cNvPr id="9" name="Rectangle 8">
            <a:extLst>
              <a:ext uri="{FF2B5EF4-FFF2-40B4-BE49-F238E27FC236}">
                <a16:creationId xmlns:a16="http://schemas.microsoft.com/office/drawing/2014/main" id="{12D7918B-95F6-461E-8D78-0189AACAD879}"/>
              </a:ext>
            </a:extLst>
          </p:cNvPr>
          <p:cNvSpPr/>
          <p:nvPr userDrawn="1"/>
        </p:nvSpPr>
        <p:spPr>
          <a:xfrm>
            <a:off x="287338" y="278959"/>
            <a:ext cx="3056172" cy="3867591"/>
          </a:xfrm>
          <a:prstGeom prst="rect">
            <a:avLst/>
          </a:prstGeom>
          <a:noFill/>
          <a:ln w="5080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44916440"/>
      </p:ext>
    </p:extLst>
  </p:cSld>
  <p:clrMapOvr>
    <a:masterClrMapping/>
  </p:clrMapOvr>
  <p:transition>
    <p:fade/>
  </p:transition>
  <p:extLst>
    <p:ext uri="{DCECCB84-F9BA-43D5-87BE-67443E8EF086}">
      <p15:sldGuideLst xmlns:p15="http://schemas.microsoft.com/office/powerpoint/2012/main">
        <p15:guide id="1" pos="557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MPANY COVER">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377EA998-C783-46B4-8BD4-7807D686D2D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406969" y="4623601"/>
            <a:ext cx="816911" cy="171187"/>
          </a:xfrm>
          <a:prstGeom prst="rect">
            <a:avLst/>
          </a:prstGeom>
        </p:spPr>
      </p:pic>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285750" y="1767833"/>
            <a:ext cx="3056172" cy="1113590"/>
          </a:xfrm>
          <a:prstGeom prst="rect">
            <a:avLst/>
          </a:prstGeom>
        </p:spPr>
        <p:txBody>
          <a:bodyPr anchor="ctr" anchorCtr="0">
            <a:noAutofit/>
          </a:bodyPr>
          <a:lstStyle>
            <a:lvl1pPr marL="0" indent="0" algn="ctr">
              <a:lnSpc>
                <a:spcPct val="90000"/>
              </a:lnSpc>
              <a:buNone/>
              <a:defRPr sz="2600" b="1">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hasCustomPrompt="1"/>
          </p:nvPr>
        </p:nvSpPr>
        <p:spPr>
          <a:xfrm>
            <a:off x="3627672" y="0"/>
            <a:ext cx="5516327" cy="5145088"/>
          </a:xfrm>
          <a:prstGeom prst="rect">
            <a:avLst/>
          </a:prstGeom>
        </p:spPr>
        <p:txBody>
          <a:bodyPr/>
          <a:lstStyle>
            <a:lvl1pPr marL="0" indent="0">
              <a:buNone/>
              <a:defRPr b="0">
                <a:solidFill>
                  <a:schemeClr val="bg1"/>
                </a:solidFill>
              </a:defRPr>
            </a:lvl1pPr>
          </a:lstStyle>
          <a:p>
            <a:r>
              <a:rPr lang="en-US" dirty="0"/>
              <a:t>Click icon to change the picture </a:t>
            </a:r>
            <a:endParaRPr lang="fr-FR" dirty="0"/>
          </a:p>
        </p:txBody>
      </p:sp>
    </p:spTree>
    <p:extLst>
      <p:ext uri="{BB962C8B-B14F-4D97-AF65-F5344CB8AC3E}">
        <p14:creationId xmlns:p14="http://schemas.microsoft.com/office/powerpoint/2010/main" val="1773358774"/>
      </p:ext>
    </p:extLst>
  </p:cSld>
  <p:clrMapOvr>
    <a:masterClrMapping/>
  </p:clrMapOvr>
  <p:transition>
    <p:fade/>
  </p:transition>
  <p:extLst>
    <p:ext uri="{DCECCB84-F9BA-43D5-87BE-67443E8EF086}">
      <p15:sldGuideLst xmlns:p15="http://schemas.microsoft.com/office/powerpoint/2012/main">
        <p15:guide id="1" pos="557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SCREEN">
    <p:bg>
      <p:bgPr>
        <a:solidFill>
          <a:schemeClr val="accent1"/>
        </a:solidFill>
        <a:effectLst/>
      </p:bgPr>
    </p:bg>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BDB1C3F0-4A11-435C-8324-568AE7075BBF}"/>
              </a:ext>
            </a:extLst>
          </p:cNvPr>
          <p:cNvSpPr>
            <a:spLocks noGrp="1"/>
          </p:cNvSpPr>
          <p:nvPr>
            <p:ph type="pic" sz="quarter" idx="12" hasCustomPrompt="1"/>
          </p:nvPr>
        </p:nvSpPr>
        <p:spPr>
          <a:xfrm>
            <a:off x="0" y="0"/>
            <a:ext cx="9144000" cy="5145088"/>
          </a:xfrm>
          <a:prstGeom prst="rect">
            <a:avLst/>
          </a:prstGeom>
          <a:solidFill>
            <a:schemeClr val="accent1"/>
          </a:solidFill>
        </p:spPr>
        <p:txBody>
          <a:bodyPr/>
          <a:lstStyle>
            <a:lvl1pPr marL="0" indent="0" algn="ctr">
              <a:buNone/>
              <a:defRPr/>
            </a:lvl1pPr>
          </a:lstStyle>
          <a:p>
            <a:r>
              <a:rPr lang="en-US" dirty="0"/>
              <a:t>Click icon to change the picture</a:t>
            </a:r>
            <a:endParaRPr lang="fr-FR" dirty="0"/>
          </a:p>
        </p:txBody>
      </p:sp>
      <p:sp>
        <p:nvSpPr>
          <p:cNvPr id="4" name="Rectangle 3">
            <a:extLst>
              <a:ext uri="{FF2B5EF4-FFF2-40B4-BE49-F238E27FC236}">
                <a16:creationId xmlns:a16="http://schemas.microsoft.com/office/drawing/2014/main" id="{006633A7-0570-4272-9A48-35C8701B3475}"/>
              </a:ext>
            </a:extLst>
          </p:cNvPr>
          <p:cNvSpPr/>
          <p:nvPr userDrawn="1"/>
        </p:nvSpPr>
        <p:spPr>
          <a:xfrm>
            <a:off x="0" y="1795750"/>
            <a:ext cx="9144000" cy="3349340"/>
          </a:xfrm>
          <a:prstGeom prst="rect">
            <a:avLst/>
          </a:prstGeom>
          <a:gradFill flip="none" rotWithShape="1">
            <a:gsLst>
              <a:gs pos="100000">
                <a:schemeClr val="tx2">
                  <a:alpha val="0"/>
                </a:schemeClr>
              </a:gs>
              <a:gs pos="0">
                <a:schemeClr val="accent2">
                  <a:alpha val="5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fr-FR"/>
          </a:p>
        </p:txBody>
      </p:sp>
      <p:sp>
        <p:nvSpPr>
          <p:cNvPr id="12" name="Espace réservé du texte 7">
            <a:extLst>
              <a:ext uri="{FF2B5EF4-FFF2-40B4-BE49-F238E27FC236}">
                <a16:creationId xmlns:a16="http://schemas.microsoft.com/office/drawing/2014/main" id="{9590BB62-E3E4-4D8C-8274-162D53D5B76F}"/>
              </a:ext>
            </a:extLst>
          </p:cNvPr>
          <p:cNvSpPr>
            <a:spLocks noGrp="1"/>
          </p:cNvSpPr>
          <p:nvPr>
            <p:ph type="body" sz="quarter" idx="10" hasCustomPrompt="1"/>
          </p:nvPr>
        </p:nvSpPr>
        <p:spPr>
          <a:xfrm>
            <a:off x="653902" y="1439549"/>
            <a:ext cx="7836198" cy="590931"/>
          </a:xfrm>
          <a:prstGeom prst="rect">
            <a:avLst/>
          </a:prstGeom>
        </p:spPr>
        <p:txBody>
          <a:bodyPr wrap="square" lIns="0" tIns="0" rIns="0" bIns="0" anchor="ctr" anchorCtr="0">
            <a:noAutofit/>
          </a:bodyPr>
          <a:lstStyle>
            <a:lvl1pPr marL="0" indent="0" algn="ctr">
              <a:lnSpc>
                <a:spcPct val="90000"/>
              </a:lnSpc>
              <a:buNone/>
              <a:defRPr sz="3600" b="1">
                <a:solidFill>
                  <a:schemeClr val="bg1"/>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fr-FR" dirty="0"/>
              <a:t>Lorem</a:t>
            </a:r>
          </a:p>
        </p:txBody>
      </p:sp>
      <p:sp>
        <p:nvSpPr>
          <p:cNvPr id="13" name="Espace réservé du texte 7">
            <a:extLst>
              <a:ext uri="{FF2B5EF4-FFF2-40B4-BE49-F238E27FC236}">
                <a16:creationId xmlns:a16="http://schemas.microsoft.com/office/drawing/2014/main" id="{000445AC-A451-4D20-B4D4-455E6F300538}"/>
              </a:ext>
            </a:extLst>
          </p:cNvPr>
          <p:cNvSpPr>
            <a:spLocks noGrp="1"/>
          </p:cNvSpPr>
          <p:nvPr>
            <p:ph type="body" sz="quarter" idx="11" hasCustomPrompt="1"/>
          </p:nvPr>
        </p:nvSpPr>
        <p:spPr>
          <a:xfrm>
            <a:off x="654570" y="1958486"/>
            <a:ext cx="7834862" cy="997196"/>
          </a:xfrm>
          <a:prstGeom prst="rect">
            <a:avLst/>
          </a:prstGeom>
        </p:spPr>
        <p:txBody>
          <a:bodyPr wrap="square" lIns="0" tIns="0" rIns="0" bIns="0" anchor="t" anchorCtr="0">
            <a:spAutoFit/>
          </a:bodyPr>
          <a:lstStyle>
            <a:lvl1pPr marL="0" indent="0" algn="ctr">
              <a:lnSpc>
                <a:spcPct val="90000"/>
              </a:lnSpc>
              <a:spcBef>
                <a:spcPts val="0"/>
              </a:spcBef>
              <a:buNone/>
              <a:defRPr sz="3600" b="0" spc="-50" baseline="0">
                <a:solidFill>
                  <a:schemeClr val="bg1"/>
                </a:solidFill>
                <a:latin typeface="+mn-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fr-FR" dirty="0"/>
              <a:t>Suspendisse </a:t>
            </a:r>
            <a:r>
              <a:rPr lang="fr-FR" dirty="0" err="1"/>
              <a:t>fermentum</a:t>
            </a:r>
            <a:r>
              <a:rPr lang="fr-FR" dirty="0"/>
              <a:t> </a:t>
            </a:r>
            <a:r>
              <a:rPr lang="fr-FR" dirty="0" err="1"/>
              <a:t>dui</a:t>
            </a:r>
            <a:r>
              <a:rPr lang="fr-FR" dirty="0"/>
              <a:t> ipsum,</a:t>
            </a:r>
            <a:br>
              <a:rPr lang="fr-FR" dirty="0"/>
            </a:br>
            <a:r>
              <a:rPr lang="fr-FR" dirty="0" err="1"/>
              <a:t>vel</a:t>
            </a:r>
            <a:r>
              <a:rPr lang="fr-FR" dirty="0"/>
              <a:t> </a:t>
            </a:r>
            <a:r>
              <a:rPr lang="fr-FR" dirty="0" err="1"/>
              <a:t>tempus</a:t>
            </a:r>
            <a:r>
              <a:rPr lang="fr-FR" dirty="0"/>
              <a:t> </a:t>
            </a:r>
            <a:r>
              <a:rPr lang="fr-FR" dirty="0" err="1"/>
              <a:t>tellus</a:t>
            </a:r>
            <a:r>
              <a:rPr lang="fr-FR" dirty="0"/>
              <a:t> </a:t>
            </a:r>
            <a:r>
              <a:rPr lang="fr-FR" dirty="0" err="1"/>
              <a:t>sagittis</a:t>
            </a:r>
            <a:r>
              <a:rPr lang="fr-FR" dirty="0"/>
              <a:t> non</a:t>
            </a:r>
          </a:p>
        </p:txBody>
      </p:sp>
      <p:cxnSp>
        <p:nvCxnSpPr>
          <p:cNvPr id="20" name="Connecteur droit 19">
            <a:extLst>
              <a:ext uri="{FF2B5EF4-FFF2-40B4-BE49-F238E27FC236}">
                <a16:creationId xmlns:a16="http://schemas.microsoft.com/office/drawing/2014/main" id="{68E7788A-0113-40BF-8A1B-6D5D21A059E8}"/>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234F41C3-3665-4CBE-83EB-C63EFB245D7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1"/>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1"/>
              </a:solidFill>
              <a:latin typeface="+mn-lt"/>
            </a:endParaRPr>
          </a:p>
        </p:txBody>
      </p:sp>
      <p:sp>
        <p:nvSpPr>
          <p:cNvPr id="23" name="Espace réservé du numéro de diapositive 13">
            <a:extLst>
              <a:ext uri="{FF2B5EF4-FFF2-40B4-BE49-F238E27FC236}">
                <a16:creationId xmlns:a16="http://schemas.microsoft.com/office/drawing/2014/main" id="{B2A08755-C794-4F4B-90FB-C319F4EB5070}"/>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1"/>
                </a:solidFill>
              </a:rPr>
              <a:pPr/>
              <a:t>‹N°›</a:t>
            </a:fld>
            <a:endParaRPr lang="fr-FR" sz="800" dirty="0">
              <a:solidFill>
                <a:schemeClr val="bg1"/>
              </a:solidFill>
            </a:endParaRPr>
          </a:p>
        </p:txBody>
      </p:sp>
      <p:sp>
        <p:nvSpPr>
          <p:cNvPr id="24" name="fc" descr="  ">
            <a:extLst>
              <a:ext uri="{FF2B5EF4-FFF2-40B4-BE49-F238E27FC236}">
                <a16:creationId xmlns:a16="http://schemas.microsoft.com/office/drawing/2014/main" id="{8F174C34-F654-4FB4-B759-68127139EB0D}"/>
              </a:ext>
            </a:extLst>
          </p:cNvPr>
          <p:cNvSpPr txBox="1"/>
          <p:nvPr userDrawn="1"/>
        </p:nvSpPr>
        <p:spPr>
          <a:xfrm>
            <a:off x="0" y="4825047"/>
            <a:ext cx="9144000" cy="223138"/>
          </a:xfrm>
          <a:prstGeom prst="rect">
            <a:avLst/>
          </a:prstGeom>
          <a:noFill/>
        </p:spPr>
        <p:txBody>
          <a:bodyPr vert="horz" rtlCol="0">
            <a:spAutoFit/>
          </a:bodyPr>
          <a:lstStyle/>
          <a:p>
            <a:pPr algn="ctr"/>
            <a:r>
              <a:rPr lang="fr-FR" sz="850" b="0" i="0" u="none" baseline="0">
                <a:solidFill>
                  <a:schemeClr val="bg1"/>
                </a:solidFill>
                <a:latin typeface="Microsoft Sans Serif" panose="020B0604020202020204" pitchFamily="34" charset="0"/>
              </a:rPr>
              <a:t>  </a:t>
            </a:r>
          </a:p>
        </p:txBody>
      </p:sp>
      <p:sp>
        <p:nvSpPr>
          <p:cNvPr id="11" name="Espace réservé du pied de page 4">
            <a:extLst>
              <a:ext uri="{FF2B5EF4-FFF2-40B4-BE49-F238E27FC236}">
                <a16:creationId xmlns:a16="http://schemas.microsoft.com/office/drawing/2014/main" id="{6AAFD2D4-64A8-0312-C447-C814DFB0D2AB}"/>
              </a:ext>
            </a:extLst>
          </p:cNvPr>
          <p:cNvSpPr>
            <a:spLocks noGrp="1"/>
          </p:cNvSpPr>
          <p:nvPr>
            <p:ph type="ftr" sz="quarter" idx="3"/>
          </p:nvPr>
        </p:nvSpPr>
        <p:spPr>
          <a:xfrm>
            <a:off x="506983" y="4768859"/>
            <a:ext cx="6708203" cy="129416"/>
          </a:xfrm>
          <a:prstGeom prst="rect">
            <a:avLst/>
          </a:prstGeom>
        </p:spPr>
        <p:txBody>
          <a:bodyPr vert="horz" lIns="91440" tIns="45720" rIns="91440" bIns="45720" rtlCol="0" anchor="ctr"/>
          <a:lstStyle>
            <a:lvl1pPr algn="l">
              <a:defRPr sz="800">
                <a:solidFill>
                  <a:schemeClr val="bg1"/>
                </a:solidFill>
              </a:defRPr>
            </a:lvl1pPr>
          </a:lstStyle>
          <a:p>
            <a:r>
              <a:rPr lang="fr-FR" smtClean="0"/>
              <a:t>CIPN / Safran Electronics &amp; Defense / 30/09/2024</a:t>
            </a:r>
            <a:endParaRPr lang="fr-FR" dirty="0"/>
          </a:p>
        </p:txBody>
      </p:sp>
    </p:spTree>
    <p:extLst>
      <p:ext uri="{BB962C8B-B14F-4D97-AF65-F5344CB8AC3E}">
        <p14:creationId xmlns:p14="http://schemas.microsoft.com/office/powerpoint/2010/main" val="80632909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4"/>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grpSp>
        <p:nvGrpSpPr>
          <p:cNvPr id="7" name="Groupe 6">
            <a:extLst>
              <a:ext uri="{FF2B5EF4-FFF2-40B4-BE49-F238E27FC236}">
                <a16:creationId xmlns:a16="http://schemas.microsoft.com/office/drawing/2014/main" id="{74B52402-2172-43E2-85AB-A27808DD5AA2}"/>
              </a:ext>
            </a:extLst>
          </p:cNvPr>
          <p:cNvGrpSpPr/>
          <p:nvPr userDrawn="1"/>
        </p:nvGrpSpPr>
        <p:grpSpPr>
          <a:xfrm>
            <a:off x="4104655" y="3616857"/>
            <a:ext cx="995611" cy="72008"/>
            <a:chOff x="479376" y="980728"/>
            <a:chExt cx="995611" cy="72008"/>
          </a:xfrm>
        </p:grpSpPr>
        <p:cxnSp>
          <p:nvCxnSpPr>
            <p:cNvPr id="10" name="Connecteur droit 9">
              <a:extLst>
                <a:ext uri="{FF2B5EF4-FFF2-40B4-BE49-F238E27FC236}">
                  <a16:creationId xmlns:a16="http://schemas.microsoft.com/office/drawing/2014/main" id="{E5F475E0-73FC-4EF3-B38B-1BC72D4B02D3}"/>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11" name="Rectangle 10">
              <a:extLst>
                <a:ext uri="{FF2B5EF4-FFF2-40B4-BE49-F238E27FC236}">
                  <a16:creationId xmlns:a16="http://schemas.microsoft.com/office/drawing/2014/main" id="{9E0C7703-EEE6-4894-8E05-3C55D8780320}"/>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1"/>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dirty="0" err="1"/>
              <a:t>Chapter</a:t>
            </a:r>
            <a:r>
              <a:rPr lang="fr-FR" dirty="0"/>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spTree>
    <p:extLst>
      <p:ext uri="{BB962C8B-B14F-4D97-AF65-F5344CB8AC3E}">
        <p14:creationId xmlns:p14="http://schemas.microsoft.com/office/powerpoint/2010/main" val="1210707826"/>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Espace réservé du texte 12">
            <a:extLst>
              <a:ext uri="{FF2B5EF4-FFF2-40B4-BE49-F238E27FC236}">
                <a16:creationId xmlns:a16="http://schemas.microsoft.com/office/drawing/2014/main" id="{7EBF2E1D-D492-4B49-A512-C63AC80F85F8}"/>
              </a:ext>
            </a:extLst>
          </p:cNvPr>
          <p:cNvSpPr>
            <a:spLocks noGrp="1"/>
          </p:cNvSpPr>
          <p:nvPr>
            <p:ph type="body" sz="quarter" idx="16" hasCustomPrompt="1"/>
          </p:nvPr>
        </p:nvSpPr>
        <p:spPr>
          <a:xfrm>
            <a:off x="1615439" y="143587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0" name="Espace réservé du texte 18">
            <a:extLst>
              <a:ext uri="{FF2B5EF4-FFF2-40B4-BE49-F238E27FC236}">
                <a16:creationId xmlns:a16="http://schemas.microsoft.com/office/drawing/2014/main" id="{2E95906C-5CA5-4BA3-A292-15C1688840E1}"/>
              </a:ext>
            </a:extLst>
          </p:cNvPr>
          <p:cNvSpPr>
            <a:spLocks noGrp="1"/>
          </p:cNvSpPr>
          <p:nvPr>
            <p:ph type="body" sz="quarter" idx="21" hasCustomPrompt="1"/>
          </p:nvPr>
        </p:nvSpPr>
        <p:spPr>
          <a:xfrm>
            <a:off x="1502657" y="166716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1" name="Espace réservé du texte 12">
            <a:extLst>
              <a:ext uri="{FF2B5EF4-FFF2-40B4-BE49-F238E27FC236}">
                <a16:creationId xmlns:a16="http://schemas.microsoft.com/office/drawing/2014/main" id="{3FB003D9-D2CB-43AC-8422-454FDA1FEB78}"/>
              </a:ext>
            </a:extLst>
          </p:cNvPr>
          <p:cNvSpPr>
            <a:spLocks noGrp="1"/>
          </p:cNvSpPr>
          <p:nvPr>
            <p:ph type="body" sz="quarter" idx="36" hasCustomPrompt="1"/>
          </p:nvPr>
        </p:nvSpPr>
        <p:spPr>
          <a:xfrm>
            <a:off x="1502657" y="111515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01</a:t>
            </a:r>
          </a:p>
        </p:txBody>
      </p:sp>
      <p:sp>
        <p:nvSpPr>
          <p:cNvPr id="12" name="Espace réservé du texte 12">
            <a:extLst>
              <a:ext uri="{FF2B5EF4-FFF2-40B4-BE49-F238E27FC236}">
                <a16:creationId xmlns:a16="http://schemas.microsoft.com/office/drawing/2014/main" id="{88B6B1E0-5651-4B71-B828-F03662BF48E0}"/>
              </a:ext>
            </a:extLst>
          </p:cNvPr>
          <p:cNvSpPr>
            <a:spLocks noGrp="1"/>
          </p:cNvSpPr>
          <p:nvPr>
            <p:ph type="body" sz="quarter" idx="37" hasCustomPrompt="1"/>
          </p:nvPr>
        </p:nvSpPr>
        <p:spPr>
          <a:xfrm>
            <a:off x="1615439" y="26106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3" name="Espace réservé du texte 18">
            <a:extLst>
              <a:ext uri="{FF2B5EF4-FFF2-40B4-BE49-F238E27FC236}">
                <a16:creationId xmlns:a16="http://schemas.microsoft.com/office/drawing/2014/main" id="{A97D576F-69C8-42FE-B023-2F464A71D43F}"/>
              </a:ext>
            </a:extLst>
          </p:cNvPr>
          <p:cNvSpPr>
            <a:spLocks noGrp="1"/>
          </p:cNvSpPr>
          <p:nvPr>
            <p:ph type="body" sz="quarter" idx="38" hasCustomPrompt="1"/>
          </p:nvPr>
        </p:nvSpPr>
        <p:spPr>
          <a:xfrm>
            <a:off x="1502657" y="28419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4" name="Espace réservé du texte 12">
            <a:extLst>
              <a:ext uri="{FF2B5EF4-FFF2-40B4-BE49-F238E27FC236}">
                <a16:creationId xmlns:a16="http://schemas.microsoft.com/office/drawing/2014/main" id="{90896ABD-2DB8-45E3-9D11-DFC204093E25}"/>
              </a:ext>
            </a:extLst>
          </p:cNvPr>
          <p:cNvSpPr>
            <a:spLocks noGrp="1"/>
          </p:cNvSpPr>
          <p:nvPr>
            <p:ph type="body" sz="quarter" idx="39" hasCustomPrompt="1"/>
          </p:nvPr>
        </p:nvSpPr>
        <p:spPr>
          <a:xfrm>
            <a:off x="1502657" y="22899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02</a:t>
            </a:r>
          </a:p>
        </p:txBody>
      </p:sp>
      <p:sp>
        <p:nvSpPr>
          <p:cNvPr id="15" name="Espace réservé du texte 12">
            <a:extLst>
              <a:ext uri="{FF2B5EF4-FFF2-40B4-BE49-F238E27FC236}">
                <a16:creationId xmlns:a16="http://schemas.microsoft.com/office/drawing/2014/main" id="{2A997D23-2302-4814-A181-1BB59782BF28}"/>
              </a:ext>
            </a:extLst>
          </p:cNvPr>
          <p:cNvSpPr>
            <a:spLocks noGrp="1"/>
          </p:cNvSpPr>
          <p:nvPr>
            <p:ph type="body" sz="quarter" idx="43" hasCustomPrompt="1"/>
          </p:nvPr>
        </p:nvSpPr>
        <p:spPr>
          <a:xfrm>
            <a:off x="1615439" y="37917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6" name="Espace réservé du texte 18">
            <a:extLst>
              <a:ext uri="{FF2B5EF4-FFF2-40B4-BE49-F238E27FC236}">
                <a16:creationId xmlns:a16="http://schemas.microsoft.com/office/drawing/2014/main" id="{31915861-BEA1-4BE2-9820-FD61F69BEE5E}"/>
              </a:ext>
            </a:extLst>
          </p:cNvPr>
          <p:cNvSpPr>
            <a:spLocks noGrp="1"/>
          </p:cNvSpPr>
          <p:nvPr>
            <p:ph type="body" sz="quarter" idx="44" hasCustomPrompt="1"/>
          </p:nvPr>
        </p:nvSpPr>
        <p:spPr>
          <a:xfrm>
            <a:off x="1502657" y="40230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17" name="Espace réservé du texte 12">
            <a:extLst>
              <a:ext uri="{FF2B5EF4-FFF2-40B4-BE49-F238E27FC236}">
                <a16:creationId xmlns:a16="http://schemas.microsoft.com/office/drawing/2014/main" id="{6D4CAEA7-9180-42FB-8D51-9E432AEC85D4}"/>
              </a:ext>
            </a:extLst>
          </p:cNvPr>
          <p:cNvSpPr>
            <a:spLocks noGrp="1"/>
          </p:cNvSpPr>
          <p:nvPr>
            <p:ph type="body" sz="quarter" idx="45" hasCustomPrompt="1"/>
          </p:nvPr>
        </p:nvSpPr>
        <p:spPr>
          <a:xfrm>
            <a:off x="1502657" y="34710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03</a:t>
            </a:r>
          </a:p>
        </p:txBody>
      </p:sp>
      <p:sp>
        <p:nvSpPr>
          <p:cNvPr id="18" name="Espace réservé du texte 12">
            <a:extLst>
              <a:ext uri="{FF2B5EF4-FFF2-40B4-BE49-F238E27FC236}">
                <a16:creationId xmlns:a16="http://schemas.microsoft.com/office/drawing/2014/main" id="{2F7A1BBB-6777-4A51-9BE8-A09C47FEE280}"/>
              </a:ext>
            </a:extLst>
          </p:cNvPr>
          <p:cNvSpPr>
            <a:spLocks noGrp="1"/>
          </p:cNvSpPr>
          <p:nvPr>
            <p:ph type="body" sz="quarter" idx="46" hasCustomPrompt="1"/>
          </p:nvPr>
        </p:nvSpPr>
        <p:spPr>
          <a:xfrm>
            <a:off x="5722619" y="143587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19" name="Espace réservé du texte 18">
            <a:extLst>
              <a:ext uri="{FF2B5EF4-FFF2-40B4-BE49-F238E27FC236}">
                <a16:creationId xmlns:a16="http://schemas.microsoft.com/office/drawing/2014/main" id="{A6FE8267-9C90-4C1D-AB2F-3D28E1DF52E7}"/>
              </a:ext>
            </a:extLst>
          </p:cNvPr>
          <p:cNvSpPr>
            <a:spLocks noGrp="1"/>
          </p:cNvSpPr>
          <p:nvPr>
            <p:ph type="body" sz="quarter" idx="47" hasCustomPrompt="1"/>
          </p:nvPr>
        </p:nvSpPr>
        <p:spPr>
          <a:xfrm>
            <a:off x="5609837" y="166716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0" name="Espace réservé du texte 12">
            <a:extLst>
              <a:ext uri="{FF2B5EF4-FFF2-40B4-BE49-F238E27FC236}">
                <a16:creationId xmlns:a16="http://schemas.microsoft.com/office/drawing/2014/main" id="{E2D8F071-1674-4659-8AE2-EA5C61295D2A}"/>
              </a:ext>
            </a:extLst>
          </p:cNvPr>
          <p:cNvSpPr>
            <a:spLocks noGrp="1"/>
          </p:cNvSpPr>
          <p:nvPr>
            <p:ph type="body" sz="quarter" idx="48" hasCustomPrompt="1"/>
          </p:nvPr>
        </p:nvSpPr>
        <p:spPr>
          <a:xfrm>
            <a:off x="5609837" y="111515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04</a:t>
            </a:r>
          </a:p>
        </p:txBody>
      </p:sp>
      <p:sp>
        <p:nvSpPr>
          <p:cNvPr id="21" name="Espace réservé du texte 12">
            <a:extLst>
              <a:ext uri="{FF2B5EF4-FFF2-40B4-BE49-F238E27FC236}">
                <a16:creationId xmlns:a16="http://schemas.microsoft.com/office/drawing/2014/main" id="{CD515270-43AC-4900-A0A6-28051461CCE4}"/>
              </a:ext>
            </a:extLst>
          </p:cNvPr>
          <p:cNvSpPr>
            <a:spLocks noGrp="1"/>
          </p:cNvSpPr>
          <p:nvPr>
            <p:ph type="body" sz="quarter" idx="49" hasCustomPrompt="1"/>
          </p:nvPr>
        </p:nvSpPr>
        <p:spPr>
          <a:xfrm>
            <a:off x="5722619" y="26106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22" name="Espace réservé du texte 18">
            <a:extLst>
              <a:ext uri="{FF2B5EF4-FFF2-40B4-BE49-F238E27FC236}">
                <a16:creationId xmlns:a16="http://schemas.microsoft.com/office/drawing/2014/main" id="{AD482873-8F59-44F9-AA47-AE7E0A0790E7}"/>
              </a:ext>
            </a:extLst>
          </p:cNvPr>
          <p:cNvSpPr>
            <a:spLocks noGrp="1"/>
          </p:cNvSpPr>
          <p:nvPr>
            <p:ph type="body" sz="quarter" idx="50" hasCustomPrompt="1"/>
          </p:nvPr>
        </p:nvSpPr>
        <p:spPr>
          <a:xfrm>
            <a:off x="5609837" y="28419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3" name="Espace réservé du texte 12">
            <a:extLst>
              <a:ext uri="{FF2B5EF4-FFF2-40B4-BE49-F238E27FC236}">
                <a16:creationId xmlns:a16="http://schemas.microsoft.com/office/drawing/2014/main" id="{A7A143B4-4E3D-4D1B-9C7D-F703929996FD}"/>
              </a:ext>
            </a:extLst>
          </p:cNvPr>
          <p:cNvSpPr>
            <a:spLocks noGrp="1"/>
          </p:cNvSpPr>
          <p:nvPr>
            <p:ph type="body" sz="quarter" idx="51" hasCustomPrompt="1"/>
          </p:nvPr>
        </p:nvSpPr>
        <p:spPr>
          <a:xfrm>
            <a:off x="5609837" y="22899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05</a:t>
            </a:r>
          </a:p>
        </p:txBody>
      </p:sp>
      <p:sp>
        <p:nvSpPr>
          <p:cNvPr id="24" name="Espace réservé du texte 12">
            <a:extLst>
              <a:ext uri="{FF2B5EF4-FFF2-40B4-BE49-F238E27FC236}">
                <a16:creationId xmlns:a16="http://schemas.microsoft.com/office/drawing/2014/main" id="{482FD671-50B7-4243-BDE4-41F913FEFBAC}"/>
              </a:ext>
            </a:extLst>
          </p:cNvPr>
          <p:cNvSpPr>
            <a:spLocks noGrp="1"/>
          </p:cNvSpPr>
          <p:nvPr>
            <p:ph type="body" sz="quarter" idx="52" hasCustomPrompt="1"/>
          </p:nvPr>
        </p:nvSpPr>
        <p:spPr>
          <a:xfrm>
            <a:off x="5722619" y="3791725"/>
            <a:ext cx="330381" cy="197683"/>
          </a:xfrm>
          <a:prstGeom prst="rect">
            <a:avLst/>
          </a:prstGeom>
        </p:spPr>
        <p:txBody>
          <a:bodyPr wrap="square" lIns="0" tIns="0" rIns="0" bIns="0" anchor="t" anchorCtr="0">
            <a:spAutoFit/>
          </a:bodyPr>
          <a:lstStyle>
            <a:lvl1pPr marL="0" indent="0" algn="l" defTabSz="915067" rtl="0" eaLnBrk="1" latinLnBrk="0" hangingPunct="1">
              <a:lnSpc>
                <a:spcPct val="70000"/>
              </a:lnSpc>
              <a:spcBef>
                <a:spcPts val="0"/>
              </a:spcBef>
              <a:buClr>
                <a:schemeClr val="accent1"/>
              </a:buClr>
              <a:buFont typeface="Wingdings" pitchFamily="2" charset="2"/>
              <a:buNone/>
              <a:defRPr lang="en-GB" sz="1800" b="0" i="0" kern="1200" baseline="0" noProof="0" dirty="0">
                <a:gradFill>
                  <a:gsLst>
                    <a:gs pos="0">
                      <a:schemeClr val="accent1"/>
                    </a:gs>
                    <a:gs pos="100000">
                      <a:schemeClr val="tx1"/>
                    </a:gs>
                  </a:gsLst>
                  <a:lin ang="5400000" scaled="1"/>
                </a:gradFill>
                <a:latin typeface="+mn-lt"/>
                <a:ea typeface="+mn-ea"/>
                <a:cs typeface="Arial" pitchFamily="34" charset="0"/>
              </a:defRPr>
            </a:lvl1pPr>
          </a:lstStyle>
          <a:p>
            <a:r>
              <a:rPr lang="en-GB" noProof="0" dirty="0"/>
              <a:t>|</a:t>
            </a:r>
          </a:p>
        </p:txBody>
      </p:sp>
      <p:sp>
        <p:nvSpPr>
          <p:cNvPr id="25" name="Espace réservé du texte 18">
            <a:extLst>
              <a:ext uri="{FF2B5EF4-FFF2-40B4-BE49-F238E27FC236}">
                <a16:creationId xmlns:a16="http://schemas.microsoft.com/office/drawing/2014/main" id="{12B75139-0488-42FE-B16B-FF5E9C38C1AF}"/>
              </a:ext>
            </a:extLst>
          </p:cNvPr>
          <p:cNvSpPr>
            <a:spLocks noGrp="1"/>
          </p:cNvSpPr>
          <p:nvPr>
            <p:ph type="body" sz="quarter" idx="53" hasCustomPrompt="1"/>
          </p:nvPr>
        </p:nvSpPr>
        <p:spPr>
          <a:xfrm>
            <a:off x="5609837" y="4023013"/>
            <a:ext cx="2931231" cy="186974"/>
          </a:xfrm>
          <a:prstGeom prst="rect">
            <a:avLst/>
          </a:prstGeom>
        </p:spPr>
        <p:txBody>
          <a:bodyPr wrap="square" lIns="0" tIns="0" rIns="0" bIns="0" anchor="t" anchorCtr="0">
            <a:spAutoFit/>
          </a:bodyPr>
          <a:lstStyle>
            <a:lvl1pPr marL="0" indent="0" algn="l">
              <a:lnSpc>
                <a:spcPct val="90000"/>
              </a:lnSpc>
              <a:spcBef>
                <a:spcPts val="0"/>
              </a:spcBef>
              <a:buFont typeface="Arial" panose="020B0604020202020204" pitchFamily="34" charset="0"/>
              <a:buNone/>
              <a:tabLst/>
              <a:defRPr sz="1350" b="1" cap="none" baseline="0">
                <a:solidFill>
                  <a:schemeClr val="tx2"/>
                </a:solidFill>
              </a:defRPr>
            </a:lvl1pPr>
            <a:lvl2pPr marL="0" indent="0">
              <a:lnSpc>
                <a:spcPct val="90000"/>
              </a:lnSpc>
              <a:spcBef>
                <a:spcPts val="0"/>
              </a:spcBef>
              <a:buFont typeface="Arial" panose="020B0604020202020204" pitchFamily="34" charset="0"/>
              <a:buNone/>
              <a:tabLst/>
              <a:defRPr sz="1050" b="0" cap="none">
                <a:solidFill>
                  <a:schemeClr val="accent1"/>
                </a:solidFill>
              </a:defRPr>
            </a:lvl2pPr>
            <a:lvl3pPr marL="0" indent="0">
              <a:buNone/>
              <a:tabLst/>
              <a:defRPr sz="1500" b="1" cap="all"/>
            </a:lvl3pPr>
            <a:lvl4pPr marL="0" indent="0">
              <a:buNone/>
              <a:tabLst/>
              <a:defRPr sz="1500" b="1" cap="all"/>
            </a:lvl4pPr>
            <a:lvl5pPr marL="0" indent="0">
              <a:buNone/>
              <a:tabLst/>
              <a:defRPr sz="1500" b="1" cap="all"/>
            </a:lvl5pPr>
          </a:lstStyle>
          <a:p>
            <a:r>
              <a:rPr lang="en-GB" noProof="0" dirty="0"/>
              <a:t>Part title</a:t>
            </a:r>
          </a:p>
        </p:txBody>
      </p:sp>
      <p:sp>
        <p:nvSpPr>
          <p:cNvPr id="26" name="Espace réservé du texte 12">
            <a:extLst>
              <a:ext uri="{FF2B5EF4-FFF2-40B4-BE49-F238E27FC236}">
                <a16:creationId xmlns:a16="http://schemas.microsoft.com/office/drawing/2014/main" id="{F732F2DD-7975-4E7B-872E-ACE4E87EDB1A}"/>
              </a:ext>
            </a:extLst>
          </p:cNvPr>
          <p:cNvSpPr>
            <a:spLocks noGrp="1"/>
          </p:cNvSpPr>
          <p:nvPr>
            <p:ph type="body" sz="quarter" idx="54" hasCustomPrompt="1"/>
          </p:nvPr>
        </p:nvSpPr>
        <p:spPr>
          <a:xfrm>
            <a:off x="5609837" y="3471005"/>
            <a:ext cx="481264" cy="307777"/>
          </a:xfrm>
          <a:prstGeom prst="rect">
            <a:avLst/>
          </a:prstGeom>
        </p:spPr>
        <p:txBody>
          <a:bodyPr lIns="0" tIns="0" rIns="0" bIns="0" anchor="b" anchorCtr="0">
            <a:spAutoFit/>
          </a:bodyPr>
          <a:lstStyle>
            <a:lvl1pPr marL="0" indent="0" algn="l">
              <a:lnSpc>
                <a:spcPct val="100000"/>
              </a:lnSpc>
              <a:spcBef>
                <a:spcPts val="0"/>
              </a:spcBef>
              <a:buNone/>
              <a:defRPr sz="2000" b="0">
                <a:solidFill>
                  <a:schemeClr val="accent1"/>
                </a:solidFill>
                <a:latin typeface="+mj-lt"/>
              </a:defRPr>
            </a:lvl1pPr>
          </a:lstStyle>
          <a:p>
            <a:r>
              <a:rPr lang="en-GB" noProof="0" dirty="0"/>
              <a:t>06</a:t>
            </a:r>
          </a:p>
        </p:txBody>
      </p:sp>
      <p:sp>
        <p:nvSpPr>
          <p:cNvPr id="27" name="Espace réservé du pied de page 4">
            <a:extLst>
              <a:ext uri="{FF2B5EF4-FFF2-40B4-BE49-F238E27FC236}">
                <a16:creationId xmlns:a16="http://schemas.microsoft.com/office/drawing/2014/main" id="{9451413B-5451-2984-8B2D-A6F9405B1306}"/>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2" name="Titre 1">
            <a:extLst>
              <a:ext uri="{FF2B5EF4-FFF2-40B4-BE49-F238E27FC236}">
                <a16:creationId xmlns:a16="http://schemas.microsoft.com/office/drawing/2014/main" id="{64EFD501-9C62-09B5-E4B0-8E84360A9F2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93446585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11898373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419877394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92380680"/>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86004004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92371924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22FFB576-0FA5-59F3-D870-10CB8194A3AB}"/>
              </a:ext>
            </a:extLst>
          </p:cNvPr>
          <p:cNvSpPr>
            <a:spLocks noGrp="1"/>
          </p:cNvSpPr>
          <p:nvPr>
            <p:ph sz="quarter" idx="12" hasCustomPrompt="1"/>
          </p:nvPr>
        </p:nvSpPr>
        <p:spPr>
          <a:xfrm>
            <a:off x="287338"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 name="Groupe 10">
            <a:extLst>
              <a:ext uri="{FF2B5EF4-FFF2-40B4-BE49-F238E27FC236}">
                <a16:creationId xmlns:a16="http://schemas.microsoft.com/office/drawing/2014/main" id="{F9FFDC42-125C-4054-A929-D2AEC3063789}"/>
              </a:ext>
            </a:extLst>
          </p:cNvPr>
          <p:cNvGrpSpPr/>
          <p:nvPr userDrawn="1"/>
        </p:nvGrpSpPr>
        <p:grpSpPr>
          <a:xfrm>
            <a:off x="295226" y="994644"/>
            <a:ext cx="995611" cy="72008"/>
            <a:chOff x="479376" y="980728"/>
            <a:chExt cx="995611" cy="72008"/>
          </a:xfrm>
        </p:grpSpPr>
        <p:cxnSp>
          <p:nvCxnSpPr>
            <p:cNvPr id="12" name="Connecteur droit 11">
              <a:extLst>
                <a:ext uri="{FF2B5EF4-FFF2-40B4-BE49-F238E27FC236}">
                  <a16:creationId xmlns:a16="http://schemas.microsoft.com/office/drawing/2014/main" id="{680F81FB-0C3F-4ACC-8152-C73B0FC424CC}"/>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13" name="Rectangle 12">
              <a:extLst>
                <a:ext uri="{FF2B5EF4-FFF2-40B4-BE49-F238E27FC236}">
                  <a16:creationId xmlns:a16="http://schemas.microsoft.com/office/drawing/2014/main" id="{F0F322F3-DC27-4466-81D1-86ACB0ECF7A9}"/>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Titre 3">
            <a:extLst>
              <a:ext uri="{FF2B5EF4-FFF2-40B4-BE49-F238E27FC236}">
                <a16:creationId xmlns:a16="http://schemas.microsoft.com/office/drawing/2014/main" id="{7AF61A5A-A8E1-F705-5F9A-F00FEED49FF8}"/>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3742212308"/>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rgbClr val="122A57"/>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003970112"/>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wered by Trust">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pic>
        <p:nvPicPr>
          <p:cNvPr id="4" name="Graphique 3">
            <a:extLst>
              <a:ext uri="{FF2B5EF4-FFF2-40B4-BE49-F238E27FC236}">
                <a16:creationId xmlns:a16="http://schemas.microsoft.com/office/drawing/2014/main" id="{CDE4E2B4-BAF4-F24A-FE22-73FA145D02DF}"/>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3214687" y="1393495"/>
            <a:ext cx="2714625" cy="2095500"/>
          </a:xfrm>
          <a:prstGeom prst="rect">
            <a:avLst/>
          </a:prstGeom>
        </p:spPr>
      </p:pic>
      <p:sp>
        <p:nvSpPr>
          <p:cNvPr id="7" name="Rectangle 6">
            <a:extLst>
              <a:ext uri="{FF2B5EF4-FFF2-40B4-BE49-F238E27FC236}">
                <a16:creationId xmlns:a16="http://schemas.microsoft.com/office/drawing/2014/main" id="{941DE8A4-EE7A-6F57-AF4F-8DA5A5AB6DCA}"/>
              </a:ext>
            </a:extLst>
          </p:cNvPr>
          <p:cNvSpPr/>
          <p:nvPr userDrawn="1"/>
        </p:nvSpPr>
        <p:spPr>
          <a:xfrm>
            <a:off x="178191" y="581465"/>
            <a:ext cx="1542757" cy="253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1834345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02788938"/>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980752808"/>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84980271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40569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81442283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03005702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1" name="Espace réservé du contenu 19">
            <a:extLst>
              <a:ext uri="{FF2B5EF4-FFF2-40B4-BE49-F238E27FC236}">
                <a16:creationId xmlns:a16="http://schemas.microsoft.com/office/drawing/2014/main" id="{4DC0CD7F-A228-0DB0-C38B-76AAA88712DA}"/>
              </a:ext>
            </a:extLst>
          </p:cNvPr>
          <p:cNvSpPr>
            <a:spLocks noGrp="1"/>
          </p:cNvSpPr>
          <p:nvPr>
            <p:ph sz="quarter" idx="12" hasCustomPrompt="1"/>
          </p:nvPr>
        </p:nvSpPr>
        <p:spPr>
          <a:xfrm>
            <a:off x="287338"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3917FC9D-66F1-282A-9073-5D08D7F3DBAD}"/>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83571972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260892833"/>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084205185"/>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1061222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97445255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485647963"/>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045138989"/>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694547634"/>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6" name="Espace réservé du contenu 4">
            <a:extLst>
              <a:ext uri="{FF2B5EF4-FFF2-40B4-BE49-F238E27FC236}">
                <a16:creationId xmlns:a16="http://schemas.microsoft.com/office/drawing/2014/main" id="{1485FD02-4F12-4428-5289-3BCD4D27A2DE}"/>
              </a:ext>
            </a:extLst>
          </p:cNvPr>
          <p:cNvSpPr>
            <a:spLocks noGrp="1"/>
          </p:cNvSpPr>
          <p:nvPr>
            <p:ph sz="quarter" idx="12" hasCustomPrompt="1"/>
          </p:nvPr>
        </p:nvSpPr>
        <p:spPr>
          <a:xfrm>
            <a:off x="285750"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3FE3074A-1BED-8C72-D518-95AB6740D8E1}"/>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67542315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665424725"/>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26" name="Espace réservé pour une image  11">
            <a:extLst>
              <a:ext uri="{FF2B5EF4-FFF2-40B4-BE49-F238E27FC236}">
                <a16:creationId xmlns:a16="http://schemas.microsoft.com/office/drawing/2014/main" id="{EBB2A290-80EC-4D41-AB7F-4A0708C532AB}"/>
              </a:ext>
            </a:extLst>
          </p:cNvPr>
          <p:cNvSpPr>
            <a:spLocks noGrp="1"/>
          </p:cNvSpPr>
          <p:nvPr>
            <p:ph type="pic" sz="quarter" idx="22"/>
          </p:nvPr>
        </p:nvSpPr>
        <p:spPr>
          <a:xfrm>
            <a:off x="1" y="0"/>
            <a:ext cx="3651142" cy="5145088"/>
          </a:xfrm>
          <a:prstGeom prst="rect">
            <a:avLst/>
          </a:prstGeom>
        </p:spPr>
        <p:txBody>
          <a:bodyPr/>
          <a:lstStyle>
            <a:lvl1pPr marL="0" indent="0">
              <a:buNone/>
              <a:defRPr>
                <a:solidFill>
                  <a:schemeClr val="bg1"/>
                </a:solidFill>
              </a:defRPr>
            </a:lvl1pPr>
          </a:lstStyle>
          <a:p>
            <a:endParaRPr lang="fr-FR" dirty="0"/>
          </a:p>
        </p:txBody>
      </p:sp>
      <p:sp>
        <p:nvSpPr>
          <p:cNvPr id="8" name="Espace réservé du texte 7">
            <a:extLst>
              <a:ext uri="{FF2B5EF4-FFF2-40B4-BE49-F238E27FC236}">
                <a16:creationId xmlns:a16="http://schemas.microsoft.com/office/drawing/2014/main" id="{99D89894-D0E9-4EC0-9E26-DD5A1B2E5E57}"/>
              </a:ext>
            </a:extLst>
          </p:cNvPr>
          <p:cNvSpPr>
            <a:spLocks noGrp="1"/>
          </p:cNvSpPr>
          <p:nvPr>
            <p:ph type="body" sz="quarter" idx="10" hasCustomPrompt="1"/>
          </p:nvPr>
        </p:nvSpPr>
        <p:spPr>
          <a:xfrm>
            <a:off x="4104655" y="1767832"/>
            <a:ext cx="3359385" cy="1693359"/>
          </a:xfrm>
          <a:prstGeom prst="rect">
            <a:avLst/>
          </a:prstGeom>
        </p:spPr>
        <p:txBody>
          <a:bodyPr lIns="0" anchor="ctr" anchorCtr="0">
            <a:noAutofit/>
          </a:bodyPr>
          <a:lstStyle>
            <a:lvl1pPr marL="0" indent="0" algn="l">
              <a:lnSpc>
                <a:spcPct val="90000"/>
              </a:lnSpc>
              <a:spcBef>
                <a:spcPts val="0"/>
              </a:spcBef>
              <a:buNone/>
              <a:defRPr sz="2600" b="1">
                <a:solidFill>
                  <a:schemeClr val="accent2"/>
                </a:solidFill>
                <a:latin typeface="+mj-lt"/>
              </a:defRPr>
            </a:lvl1pPr>
            <a:lvl2pPr marL="184286" indent="0">
              <a:buNone/>
              <a:defRPr>
                <a:latin typeface="+mn-lt"/>
              </a:defRPr>
            </a:lvl2pPr>
            <a:lvl3pPr marL="343152" indent="0">
              <a:buNone/>
              <a:defRPr>
                <a:latin typeface="+mn-lt"/>
              </a:defRPr>
            </a:lvl3pPr>
            <a:lvl4pPr marL="1372595" indent="0">
              <a:buNone/>
              <a:defRPr>
                <a:latin typeface="+mn-lt"/>
              </a:defRPr>
            </a:lvl4pPr>
            <a:lvl5pPr marL="1830123" indent="0">
              <a:buNone/>
              <a:defRPr>
                <a:latin typeface="+mn-lt"/>
              </a:defRPr>
            </a:lvl5pPr>
          </a:lstStyle>
          <a:p>
            <a:pPr lvl="0"/>
            <a:r>
              <a:rPr lang="da-DK" dirty="0"/>
              <a:t>Lorem ipsum</a:t>
            </a:r>
            <a:br>
              <a:rPr lang="da-DK" dirty="0"/>
            </a:br>
            <a:r>
              <a:rPr lang="da-DK" dirty="0"/>
              <a:t>dolor sit amet</a:t>
            </a:r>
            <a:endParaRPr lang="fr-FR" dirty="0"/>
          </a:p>
        </p:txBody>
      </p:sp>
      <p:sp>
        <p:nvSpPr>
          <p:cNvPr id="13" name="Espace réservé du texte 3">
            <a:extLst>
              <a:ext uri="{FF2B5EF4-FFF2-40B4-BE49-F238E27FC236}">
                <a16:creationId xmlns:a16="http://schemas.microsoft.com/office/drawing/2014/main" id="{D575B653-E75E-4D6F-B409-9D8F0B51435D}"/>
              </a:ext>
            </a:extLst>
          </p:cNvPr>
          <p:cNvSpPr>
            <a:spLocks noGrp="1"/>
          </p:cNvSpPr>
          <p:nvPr>
            <p:ph type="body" sz="quarter" idx="13" hasCustomPrompt="1"/>
          </p:nvPr>
        </p:nvSpPr>
        <p:spPr>
          <a:xfrm>
            <a:off x="4104655" y="1172722"/>
            <a:ext cx="3359386" cy="511175"/>
          </a:xfrm>
          <a:prstGeom prst="rect">
            <a:avLst/>
          </a:prstGeom>
        </p:spPr>
        <p:txBody>
          <a:bodyPr lIns="0" anchor="b" anchorCtr="0"/>
          <a:lstStyle>
            <a:lvl1pPr marL="0" indent="0" algn="l">
              <a:buNone/>
              <a:defRPr sz="2000" b="0">
                <a:solidFill>
                  <a:schemeClr val="accent5"/>
                </a:solidFill>
              </a:defRPr>
            </a:lvl1pPr>
            <a:lvl2pPr marL="184286" indent="0" algn="ctr">
              <a:buNone/>
              <a:defRPr>
                <a:solidFill>
                  <a:schemeClr val="tx1"/>
                </a:solidFill>
              </a:defRPr>
            </a:lvl2pPr>
            <a:lvl3pPr marL="343152" indent="0" algn="ctr">
              <a:buNone/>
              <a:defRPr>
                <a:solidFill>
                  <a:schemeClr val="tx1"/>
                </a:solidFill>
              </a:defRPr>
            </a:lvl3pPr>
            <a:lvl4pPr marL="1372595" indent="0" algn="ctr">
              <a:buNone/>
              <a:defRPr>
                <a:solidFill>
                  <a:schemeClr val="tx1"/>
                </a:solidFill>
              </a:defRPr>
            </a:lvl4pPr>
            <a:lvl5pPr marL="1830123" indent="0" algn="ctr">
              <a:buNone/>
              <a:defRPr>
                <a:solidFill>
                  <a:schemeClr val="tx1"/>
                </a:solidFill>
              </a:defRPr>
            </a:lvl5pPr>
          </a:lstStyle>
          <a:p>
            <a:pPr lvl="0"/>
            <a:r>
              <a:rPr lang="fr-FR" err="1"/>
              <a:t>Chapter</a:t>
            </a:r>
            <a:r>
              <a:rPr lang="fr-FR"/>
              <a:t> 01</a:t>
            </a:r>
          </a:p>
        </p:txBody>
      </p:sp>
      <p:pic>
        <p:nvPicPr>
          <p:cNvPr id="9" name="Image 8">
            <a:extLst>
              <a:ext uri="{FF2B5EF4-FFF2-40B4-BE49-F238E27FC236}">
                <a16:creationId xmlns:a16="http://schemas.microsoft.com/office/drawing/2014/main" id="{845DF7EE-7BCF-4102-B7A8-B8F30BEEB494}"/>
              </a:ext>
            </a:extLst>
          </p:cNvPr>
          <p:cNvPicPr>
            <a:picLocks noChangeAspect="1"/>
          </p:cNvPicPr>
          <p:nvPr userDrawn="1"/>
        </p:nvPicPr>
        <p:blipFill>
          <a:blip r:embed="rId2"/>
          <a:srcRect/>
          <a:stretch/>
        </p:blipFill>
        <p:spPr>
          <a:xfrm>
            <a:off x="8037563" y="4837246"/>
            <a:ext cx="817635" cy="173146"/>
          </a:xfrm>
          <a:prstGeom prst="rect">
            <a:avLst/>
          </a:prstGeom>
          <a:noFill/>
        </p:spPr>
      </p:pic>
      <p:grpSp>
        <p:nvGrpSpPr>
          <p:cNvPr id="5" name="Groupe 4">
            <a:extLst>
              <a:ext uri="{FF2B5EF4-FFF2-40B4-BE49-F238E27FC236}">
                <a16:creationId xmlns:a16="http://schemas.microsoft.com/office/drawing/2014/main" id="{08466A22-CF4F-2D26-003A-AD69877EB075}"/>
              </a:ext>
            </a:extLst>
          </p:cNvPr>
          <p:cNvGrpSpPr/>
          <p:nvPr userDrawn="1"/>
        </p:nvGrpSpPr>
        <p:grpSpPr>
          <a:xfrm>
            <a:off x="4104655" y="3616857"/>
            <a:ext cx="995611" cy="72008"/>
            <a:chOff x="479376" y="980728"/>
            <a:chExt cx="995611" cy="72008"/>
          </a:xfrm>
        </p:grpSpPr>
        <p:cxnSp>
          <p:nvCxnSpPr>
            <p:cNvPr id="6" name="Connecteur droit 5">
              <a:extLst>
                <a:ext uri="{FF2B5EF4-FFF2-40B4-BE49-F238E27FC236}">
                  <a16:creationId xmlns:a16="http://schemas.microsoft.com/office/drawing/2014/main" id="{F84DD890-7BF1-BC4C-B63D-C9A2995DB557}"/>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2" name="Rectangle 11">
              <a:extLst>
                <a:ext uri="{FF2B5EF4-FFF2-40B4-BE49-F238E27FC236}">
                  <a16:creationId xmlns:a16="http://schemas.microsoft.com/office/drawing/2014/main" id="{86A5EBA6-1497-5490-E595-6F13D7718D25}"/>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262311703"/>
      </p:ext>
    </p:extLst>
  </p:cSld>
  <p:clrMapOvr>
    <a:masterClrMapping/>
  </p:clrMapOvr>
  <p:transition>
    <p:fade/>
  </p:transition>
  <p:extLst>
    <p:ext uri="{DCECCB84-F9BA-43D5-87BE-67443E8EF086}">
      <p15:sldGuideLst xmlns:p15="http://schemas.microsoft.com/office/powerpoint/2012/main">
        <p15:guide id="1" pos="557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D62B4ADC-2F3D-9A7B-F4CB-9D3FBC2D15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contenu 3">
            <a:extLst>
              <a:ext uri="{FF2B5EF4-FFF2-40B4-BE49-F238E27FC236}">
                <a16:creationId xmlns:a16="http://schemas.microsoft.com/office/drawing/2014/main" id="{14E6BA19-6303-EEAE-18EC-0686F94CEE20}"/>
              </a:ext>
            </a:extLst>
          </p:cNvPr>
          <p:cNvSpPr>
            <a:spLocks noGrp="1"/>
          </p:cNvSpPr>
          <p:nvPr>
            <p:ph sz="quarter" idx="11"/>
          </p:nvPr>
        </p:nvSpPr>
        <p:spPr>
          <a:xfrm>
            <a:off x="287338" y="1001713"/>
            <a:ext cx="8569325" cy="3622676"/>
          </a:xfrm>
          <a:prstGeom prst="rect">
            <a:avLst/>
          </a:prstGeom>
        </p:spPr>
        <p:txBody>
          <a:bodyPr/>
          <a:lstStyle>
            <a:lvl1pPr marL="0" indent="0">
              <a:buNone/>
              <a:defRPr>
                <a:solidFill>
                  <a:schemeClr val="bg1"/>
                </a:solidFill>
              </a:defRPr>
            </a:lvl1pPr>
          </a:lstStyle>
          <a:p>
            <a:pPr lvl="0"/>
            <a:endParaRPr lang="fr-FR" dirty="0"/>
          </a:p>
        </p:txBody>
      </p:sp>
      <p:sp>
        <p:nvSpPr>
          <p:cNvPr id="3" name="Titre 2">
            <a:extLst>
              <a:ext uri="{FF2B5EF4-FFF2-40B4-BE49-F238E27FC236}">
                <a16:creationId xmlns:a16="http://schemas.microsoft.com/office/drawing/2014/main" id="{9997890B-37E7-8259-D78C-BF631660D328}"/>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122940686"/>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_TEXT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6" name="Espace réservé du texte 5">
            <a:extLst>
              <a:ext uri="{FF2B5EF4-FFF2-40B4-BE49-F238E27FC236}">
                <a16:creationId xmlns:a16="http://schemas.microsoft.com/office/drawing/2014/main" id="{FF4275CF-95CE-BCA6-96E1-1283473E8AE8}"/>
              </a:ext>
            </a:extLst>
          </p:cNvPr>
          <p:cNvSpPr>
            <a:spLocks noGrp="1"/>
          </p:cNvSpPr>
          <p:nvPr>
            <p:ph type="body" sz="quarter" idx="10" hasCustomPrompt="1"/>
          </p:nvPr>
        </p:nvSpPr>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7" name="Titre 6">
            <a:extLst>
              <a:ext uri="{FF2B5EF4-FFF2-40B4-BE49-F238E27FC236}">
                <a16:creationId xmlns:a16="http://schemas.microsoft.com/office/drawing/2014/main" id="{23B65914-3E95-9769-13F1-60E51F6D2279}"/>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68264557"/>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_TEXTx2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269925D1-628C-E93F-77A3-4DE682A3F3D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B36D25C1-890B-ED1E-6440-92771002D29B}"/>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8" name="Espace réservé du texte 4">
            <a:extLst>
              <a:ext uri="{FF2B5EF4-FFF2-40B4-BE49-F238E27FC236}">
                <a16:creationId xmlns:a16="http://schemas.microsoft.com/office/drawing/2014/main" id="{29E26E9A-C805-DCE0-08BF-2C21126FE1F7}"/>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0" name="Titre 9">
            <a:extLst>
              <a:ext uri="{FF2B5EF4-FFF2-40B4-BE49-F238E27FC236}">
                <a16:creationId xmlns:a16="http://schemas.microsoft.com/office/drawing/2014/main" id="{4B16523A-4AD0-A96D-0800-80397CFCB5FC}"/>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337603717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_TEXT_Right_White">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938C6CF-C92A-455E-BDA8-BA47D4918DE7}"/>
              </a:ext>
            </a:extLst>
          </p:cNvPr>
          <p:cNvSpPr>
            <a:spLocks noGrp="1"/>
          </p:cNvSpPr>
          <p:nvPr>
            <p:ph type="pic" sz="quarter" idx="12"/>
          </p:nvPr>
        </p:nvSpPr>
        <p:spPr>
          <a:xfrm>
            <a:off x="287338"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Espace réservé du pied de page 4">
            <a:extLst>
              <a:ext uri="{FF2B5EF4-FFF2-40B4-BE49-F238E27FC236}">
                <a16:creationId xmlns:a16="http://schemas.microsoft.com/office/drawing/2014/main" id="{3B1F21EB-8662-8C41-3C0A-0F605CB04BF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9937D288-187B-EB20-26BD-8AE9EF0D638D}"/>
              </a:ext>
            </a:extLst>
          </p:cNvPr>
          <p:cNvSpPr>
            <a:spLocks noGrp="1"/>
          </p:cNvSpPr>
          <p:nvPr>
            <p:ph type="body" sz="quarter" idx="11" hasCustomPrompt="1"/>
          </p:nvPr>
        </p:nvSpPr>
        <p:spPr>
          <a:xfrm>
            <a:off x="4664467"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Titre 4">
            <a:extLst>
              <a:ext uri="{FF2B5EF4-FFF2-40B4-BE49-F238E27FC236}">
                <a16:creationId xmlns:a16="http://schemas.microsoft.com/office/drawing/2014/main" id="{37F4F235-2A80-ED78-F243-42232E82CAD1}"/>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83472278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_TEXT_Left_White">
    <p:spTree>
      <p:nvGrpSpPr>
        <p:cNvPr id="1" name=""/>
        <p:cNvGrpSpPr/>
        <p:nvPr/>
      </p:nvGrpSpPr>
      <p:grpSpPr>
        <a:xfrm>
          <a:off x="0" y="0"/>
          <a:ext cx="0" cy="0"/>
          <a:chOff x="0" y="0"/>
          <a:chExt cx="0" cy="0"/>
        </a:xfrm>
      </p:grpSpPr>
      <p:sp>
        <p:nvSpPr>
          <p:cNvPr id="6" name="Espace réservé du pied de page 4">
            <a:extLst>
              <a:ext uri="{FF2B5EF4-FFF2-40B4-BE49-F238E27FC236}">
                <a16:creationId xmlns:a16="http://schemas.microsoft.com/office/drawing/2014/main" id="{70F129C2-FC0F-5D79-D2F5-A76CFCFB2E10}"/>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3" name="Espace réservé du texte 4">
            <a:extLst>
              <a:ext uri="{FF2B5EF4-FFF2-40B4-BE49-F238E27FC236}">
                <a16:creationId xmlns:a16="http://schemas.microsoft.com/office/drawing/2014/main" id="{334235F4-E084-4D43-897B-04A08BB52639}"/>
              </a:ext>
            </a:extLst>
          </p:cNvPr>
          <p:cNvSpPr>
            <a:spLocks noGrp="1"/>
          </p:cNvSpPr>
          <p:nvPr>
            <p:ph type="body" sz="quarter" idx="10" hasCustomPrompt="1"/>
          </p:nvPr>
        </p:nvSpPr>
        <p:spPr>
          <a:xfrm>
            <a:off x="287338" y="1001713"/>
            <a:ext cx="4192195" cy="3622675"/>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5" name="Espace réservé pour une image  3">
            <a:extLst>
              <a:ext uri="{FF2B5EF4-FFF2-40B4-BE49-F238E27FC236}">
                <a16:creationId xmlns:a16="http://schemas.microsoft.com/office/drawing/2014/main" id="{C268BE82-0714-E903-B117-67474D65C0CE}"/>
              </a:ext>
            </a:extLst>
          </p:cNvPr>
          <p:cNvSpPr>
            <a:spLocks noGrp="1"/>
          </p:cNvSpPr>
          <p:nvPr>
            <p:ph type="pic" sz="quarter" idx="12"/>
          </p:nvPr>
        </p:nvSpPr>
        <p:spPr>
          <a:xfrm>
            <a:off x="4664467" y="1001713"/>
            <a:ext cx="4192195" cy="3622675"/>
          </a:xfrm>
          <a:prstGeom prst="rect">
            <a:avLst/>
          </a:prstGeom>
        </p:spPr>
        <p:txBody>
          <a:bodyPr/>
          <a:lstStyle>
            <a:lvl1pPr marL="0" indent="0">
              <a:buNone/>
              <a:defRPr>
                <a:solidFill>
                  <a:schemeClr val="bg1"/>
                </a:solidFill>
              </a:defRPr>
            </a:lvl1pPr>
          </a:lstStyle>
          <a:p>
            <a:endParaRPr lang="fr-FR"/>
          </a:p>
        </p:txBody>
      </p:sp>
      <p:sp>
        <p:nvSpPr>
          <p:cNvPr id="8" name="Titre 7">
            <a:extLst>
              <a:ext uri="{FF2B5EF4-FFF2-40B4-BE49-F238E27FC236}">
                <a16:creationId xmlns:a16="http://schemas.microsoft.com/office/drawing/2014/main" id="{5A2D9CA7-2B0F-B5F6-B7BE-C1724F788B2B}"/>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259173665"/>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_2xLINES_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926FA-4C37-4337-A48F-C1E3BB67A08D}"/>
              </a:ext>
            </a:extLst>
          </p:cNvPr>
          <p:cNvSpPr/>
          <p:nvPr userDrawn="1"/>
        </p:nvSpPr>
        <p:spPr>
          <a:xfrm>
            <a:off x="140677" y="600222"/>
            <a:ext cx="1350498" cy="248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pied de page 4">
            <a:extLst>
              <a:ext uri="{FF2B5EF4-FFF2-40B4-BE49-F238E27FC236}">
                <a16:creationId xmlns:a16="http://schemas.microsoft.com/office/drawing/2014/main" id="{79525850-0777-A6EE-F419-D78308D93009}"/>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grpSp>
        <p:nvGrpSpPr>
          <p:cNvPr id="7" name="Groupe 6">
            <a:extLst>
              <a:ext uri="{FF2B5EF4-FFF2-40B4-BE49-F238E27FC236}">
                <a16:creationId xmlns:a16="http://schemas.microsoft.com/office/drawing/2014/main" id="{10FB16BD-CCF4-00E3-F2A7-7B78A662FE02}"/>
              </a:ext>
            </a:extLst>
          </p:cNvPr>
          <p:cNvGrpSpPr/>
          <p:nvPr userDrawn="1"/>
        </p:nvGrpSpPr>
        <p:grpSpPr>
          <a:xfrm>
            <a:off x="295226" y="994644"/>
            <a:ext cx="995611" cy="72008"/>
            <a:chOff x="479376" y="980728"/>
            <a:chExt cx="995611" cy="72008"/>
          </a:xfrm>
        </p:grpSpPr>
        <p:cxnSp>
          <p:nvCxnSpPr>
            <p:cNvPr id="10" name="Connecteur droit 9">
              <a:extLst>
                <a:ext uri="{FF2B5EF4-FFF2-40B4-BE49-F238E27FC236}">
                  <a16:creationId xmlns:a16="http://schemas.microsoft.com/office/drawing/2014/main" id="{FF90CC24-940F-8FEC-B62A-1412DC62AECB}"/>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4" name="Rectangle 13">
              <a:extLst>
                <a:ext uri="{FF2B5EF4-FFF2-40B4-BE49-F238E27FC236}">
                  <a16:creationId xmlns:a16="http://schemas.microsoft.com/office/drawing/2014/main" id="{CCCE9E75-1629-6CFB-1789-EA3A34AE2059}"/>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6" name="Espace réservé du contenu 4">
            <a:extLst>
              <a:ext uri="{FF2B5EF4-FFF2-40B4-BE49-F238E27FC236}">
                <a16:creationId xmlns:a16="http://schemas.microsoft.com/office/drawing/2014/main" id="{1485FD02-4F12-4428-5289-3BCD4D27A2DE}"/>
              </a:ext>
            </a:extLst>
          </p:cNvPr>
          <p:cNvSpPr>
            <a:spLocks noGrp="1"/>
          </p:cNvSpPr>
          <p:nvPr>
            <p:ph sz="quarter" idx="12" hasCustomPrompt="1"/>
          </p:nvPr>
        </p:nvSpPr>
        <p:spPr>
          <a:xfrm>
            <a:off x="285750" y="1325366"/>
            <a:ext cx="8569325" cy="3299022"/>
          </a:xfrm>
        </p:spPr>
        <p:txBody>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3" name="Titre 3">
            <a:extLst>
              <a:ext uri="{FF2B5EF4-FFF2-40B4-BE49-F238E27FC236}">
                <a16:creationId xmlns:a16="http://schemas.microsoft.com/office/drawing/2014/main" id="{1D692AC2-C90D-CB8B-66C4-C0B3041AF0D8}"/>
              </a:ext>
            </a:extLst>
          </p:cNvPr>
          <p:cNvSpPr>
            <a:spLocks noGrp="1"/>
          </p:cNvSpPr>
          <p:nvPr>
            <p:ph type="title" hasCustomPrompt="1"/>
          </p:nvPr>
        </p:nvSpPr>
        <p:spPr>
          <a:xfrm>
            <a:off x="295226" y="205996"/>
            <a:ext cx="8559972" cy="739146"/>
          </a:xfrm>
        </p:spPr>
        <p:txBody>
          <a:bodyPr/>
          <a:lstStyle>
            <a:lvl1pPr>
              <a:lnSpc>
                <a:spcPct val="90000"/>
              </a:lnSpc>
              <a:defRPr/>
            </a:lvl1pPr>
          </a:lstStyle>
          <a:p>
            <a:r>
              <a:rPr lang="en-US" dirty="0"/>
              <a:t>Click here </a:t>
            </a:r>
            <a:br>
              <a:rPr lang="en-US" dirty="0"/>
            </a:br>
            <a:r>
              <a:rPr lang="en-US" dirty="0"/>
              <a:t>to add a title </a:t>
            </a:r>
            <a:endParaRPr lang="en-GB" dirty="0"/>
          </a:p>
        </p:txBody>
      </p:sp>
    </p:spTree>
    <p:extLst>
      <p:ext uri="{BB962C8B-B14F-4D97-AF65-F5344CB8AC3E}">
        <p14:creationId xmlns:p14="http://schemas.microsoft.com/office/powerpoint/2010/main" val="1272508332"/>
      </p:ext>
    </p:extLst>
  </p:cSld>
  <p:clrMapOvr>
    <a:masterClrMapping/>
  </p:clrMapOvr>
  <p:transition>
    <p:fade/>
  </p:transition>
  <p:extLst mod="1">
    <p:ext uri="{DCECCB84-F9BA-43D5-87BE-67443E8EF086}">
      <p15:sldGuideLst xmlns:p15="http://schemas.microsoft.com/office/powerpoint/2012/main">
        <p15:guide id="1" pos="5579"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_TEXT_BLOC_White">
    <p:spTree>
      <p:nvGrpSpPr>
        <p:cNvPr id="1" name=""/>
        <p:cNvGrpSpPr/>
        <p:nvPr/>
      </p:nvGrpSpPr>
      <p:grpSpPr>
        <a:xfrm>
          <a:off x="0" y="0"/>
          <a:ext cx="0" cy="0"/>
          <a:chOff x="0" y="0"/>
          <a:chExt cx="0" cy="0"/>
        </a:xfrm>
      </p:grpSpPr>
      <p:sp>
        <p:nvSpPr>
          <p:cNvPr id="5" name="Espace réservé du pied de page 4">
            <a:extLst>
              <a:ext uri="{FF2B5EF4-FFF2-40B4-BE49-F238E27FC236}">
                <a16:creationId xmlns:a16="http://schemas.microsoft.com/office/drawing/2014/main" id="{B0607D16-1B92-3382-E419-3AFAAEAAECBB}"/>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8" name="Rectangle 7">
            <a:extLst>
              <a:ext uri="{FF2B5EF4-FFF2-40B4-BE49-F238E27FC236}">
                <a16:creationId xmlns:a16="http://schemas.microsoft.com/office/drawing/2014/main" id="{A9579404-282D-4B0E-A99F-DB85776D4D8E}"/>
              </a:ext>
            </a:extLst>
          </p:cNvPr>
          <p:cNvSpPr/>
          <p:nvPr userDrawn="1"/>
        </p:nvSpPr>
        <p:spPr>
          <a:xfrm>
            <a:off x="287338" y="4171951"/>
            <a:ext cx="8569324" cy="457200"/>
          </a:xfrm>
          <a:prstGeom prst="rect">
            <a:avLst/>
          </a:prstGeom>
          <a:gradFill flip="none" rotWithShape="1">
            <a:gsLst>
              <a:gs pos="0">
                <a:schemeClr val="accent4"/>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6675F3D-A583-1C52-1FED-53EA7A70037C}"/>
              </a:ext>
            </a:extLst>
          </p:cNvPr>
          <p:cNvSpPr>
            <a:spLocks noGrp="1"/>
          </p:cNvSpPr>
          <p:nvPr>
            <p:ph type="body" sz="quarter" idx="12" hasCustomPrompt="1"/>
          </p:nvPr>
        </p:nvSpPr>
        <p:spPr>
          <a:xfrm>
            <a:off x="287338" y="4396291"/>
            <a:ext cx="8569324" cy="184666"/>
          </a:xfrm>
          <a:prstGeom prst="rect">
            <a:avLst/>
          </a:prstGeom>
        </p:spPr>
        <p:txBody>
          <a:bodyPr lIns="0" tIns="0" rIns="0" bIns="0" anchor="ctr" anchorCtr="0">
            <a:spAutoFit/>
          </a:bodyPr>
          <a:lstStyle>
            <a:lvl1pPr marL="0" indent="0" algn="ctr">
              <a:buNone/>
              <a:defRPr sz="1200">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9" name="Espace réservé du texte 6">
            <a:extLst>
              <a:ext uri="{FF2B5EF4-FFF2-40B4-BE49-F238E27FC236}">
                <a16:creationId xmlns:a16="http://schemas.microsoft.com/office/drawing/2014/main" id="{9358AD63-E459-F89D-5CFD-8811589D16AC}"/>
              </a:ext>
            </a:extLst>
          </p:cNvPr>
          <p:cNvSpPr>
            <a:spLocks noGrp="1"/>
          </p:cNvSpPr>
          <p:nvPr>
            <p:ph type="body" sz="quarter" idx="13" hasCustomPrompt="1"/>
          </p:nvPr>
        </p:nvSpPr>
        <p:spPr>
          <a:xfrm>
            <a:off x="287338" y="4210783"/>
            <a:ext cx="8569324" cy="184666"/>
          </a:xfrm>
          <a:prstGeom prst="rect">
            <a:avLst/>
          </a:prstGeom>
        </p:spPr>
        <p:txBody>
          <a:bodyPr lIns="0" tIns="0" rIns="0" bIns="0" anchor="ctr" anchorCtr="0">
            <a:spAutoFit/>
          </a:bodyPr>
          <a:lstStyle>
            <a:lvl1pPr marL="0" indent="0" algn="ctr">
              <a:buNone/>
              <a:defRPr sz="1200" b="1">
                <a:solidFill>
                  <a:schemeClr val="bg1"/>
                </a:solidFill>
              </a:defRPr>
            </a:lvl1pPr>
            <a:lvl2pPr marL="184286" indent="0">
              <a:buNone/>
              <a:defRPr>
                <a:solidFill>
                  <a:srgbClr val="FF0000"/>
                </a:solidFill>
              </a:defRPr>
            </a:lvl2pPr>
            <a:lvl3pPr marL="343152" indent="0">
              <a:buNone/>
              <a:defRPr>
                <a:solidFill>
                  <a:srgbClr val="FF0000"/>
                </a:solidFill>
              </a:defRPr>
            </a:lvl3pPr>
            <a:lvl4pPr marL="1372595" indent="0">
              <a:buNone/>
              <a:defRPr>
                <a:solidFill>
                  <a:srgbClr val="FF0000"/>
                </a:solidFill>
              </a:defRPr>
            </a:lvl4pPr>
            <a:lvl5pPr marL="1830123" indent="0">
              <a:buNone/>
              <a:defRPr>
                <a:solidFill>
                  <a:srgbClr val="FF0000"/>
                </a:solidFill>
              </a:defRPr>
            </a:lvl5pPr>
          </a:lstStyle>
          <a:p>
            <a:pPr lvl="0"/>
            <a:r>
              <a:rPr lang="fr-FR" dirty="0"/>
              <a:t>Lorem ipsum </a:t>
            </a:r>
            <a:r>
              <a:rPr lang="fr-FR" dirty="0" err="1"/>
              <a:t>dolor</a:t>
            </a:r>
            <a:r>
              <a:rPr lang="fr-FR" dirty="0"/>
              <a:t> </a:t>
            </a:r>
            <a:r>
              <a:rPr lang="fr-FR" dirty="0" err="1"/>
              <a:t>sit</a:t>
            </a:r>
            <a:r>
              <a:rPr lang="fr-FR" dirty="0"/>
              <a:t> </a:t>
            </a:r>
            <a:r>
              <a:rPr lang="fr-FR" dirty="0" err="1"/>
              <a:t>amet</a:t>
            </a:r>
            <a:r>
              <a:rPr lang="fr-FR" dirty="0"/>
              <a:t>, </a:t>
            </a:r>
            <a:r>
              <a:rPr lang="fr-FR" dirty="0" err="1"/>
              <a:t>consectetur</a:t>
            </a:r>
            <a:r>
              <a:rPr lang="fr-FR" dirty="0"/>
              <a:t> </a:t>
            </a:r>
            <a:r>
              <a:rPr lang="fr-FR" dirty="0" err="1"/>
              <a:t>adipiscing</a:t>
            </a:r>
            <a:r>
              <a:rPr lang="fr-FR" dirty="0"/>
              <a:t> </a:t>
            </a:r>
            <a:r>
              <a:rPr lang="fr-FR" dirty="0" err="1"/>
              <a:t>elit</a:t>
            </a:r>
            <a:r>
              <a:rPr lang="fr-FR" dirty="0"/>
              <a:t>. </a:t>
            </a:r>
            <a:r>
              <a:rPr lang="fr-FR" dirty="0" err="1"/>
              <a:t>Praesent</a:t>
            </a:r>
            <a:r>
              <a:rPr lang="fr-FR" dirty="0"/>
              <a:t> </a:t>
            </a:r>
            <a:r>
              <a:rPr lang="fr-FR" dirty="0" err="1"/>
              <a:t>hendrerit</a:t>
            </a:r>
            <a:r>
              <a:rPr lang="fr-FR" dirty="0"/>
              <a:t> </a:t>
            </a:r>
            <a:r>
              <a:rPr lang="fr-FR" dirty="0" err="1"/>
              <a:t>lacinia</a:t>
            </a:r>
            <a:r>
              <a:rPr lang="fr-FR" dirty="0"/>
              <a:t> </a:t>
            </a:r>
            <a:r>
              <a:rPr lang="fr-FR" dirty="0" err="1"/>
              <a:t>placerat</a:t>
            </a:r>
            <a:r>
              <a:rPr lang="fr-FR" dirty="0"/>
              <a:t>. </a:t>
            </a:r>
          </a:p>
        </p:txBody>
      </p:sp>
      <p:sp>
        <p:nvSpPr>
          <p:cNvPr id="10" name="Espace réservé du contenu 9">
            <a:extLst>
              <a:ext uri="{FF2B5EF4-FFF2-40B4-BE49-F238E27FC236}">
                <a16:creationId xmlns:a16="http://schemas.microsoft.com/office/drawing/2014/main" id="{E985D512-F1DF-82F8-FA06-06866434FD12}"/>
              </a:ext>
            </a:extLst>
          </p:cNvPr>
          <p:cNvSpPr>
            <a:spLocks noGrp="1"/>
          </p:cNvSpPr>
          <p:nvPr>
            <p:ph sz="quarter" idx="14" hasCustomPrompt="1"/>
          </p:nvPr>
        </p:nvSpPr>
        <p:spPr>
          <a:xfrm>
            <a:off x="287338" y="1001713"/>
            <a:ext cx="8569325" cy="3122612"/>
          </a:xfrm>
        </p:spPr>
        <p:txBody>
          <a:bodyPr/>
          <a:lstStyle>
            <a:lvl1pPr>
              <a:defRPr>
                <a:solidFill>
                  <a:schemeClr val="accent2"/>
                </a:solidFill>
              </a:defRPr>
            </a:lvl1pPr>
            <a:lvl2pPr>
              <a:defRPr>
                <a:solidFill>
                  <a:schemeClr val="accent2"/>
                </a:solidFill>
              </a:defRPr>
            </a:lvl2pPr>
            <a:lvl3pPr>
              <a:defRPr>
                <a:solidFill>
                  <a:schemeClr val="accent2"/>
                </a:solidFill>
              </a:defRPr>
            </a:lvl3p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11" name="Titre 10">
            <a:extLst>
              <a:ext uri="{FF2B5EF4-FFF2-40B4-BE49-F238E27FC236}">
                <a16:creationId xmlns:a16="http://schemas.microsoft.com/office/drawing/2014/main" id="{0A79AE0B-A2E8-E52E-80C2-F4AA1277B74F}"/>
              </a:ext>
            </a:extLst>
          </p:cNvPr>
          <p:cNvSpPr>
            <a:spLocks noGrp="1"/>
          </p:cNvSpPr>
          <p:nvPr>
            <p:ph type="title" hasCustomPrompt="1"/>
          </p:nvPr>
        </p:nvSpPr>
        <p:spPr/>
        <p:txBody>
          <a:bodyPr/>
          <a:lstStyle/>
          <a:p>
            <a:r>
              <a:rPr lang="en-US" dirty="0"/>
              <a:t>Click here to add a title </a:t>
            </a:r>
            <a:endParaRPr lang="en-GB" dirty="0"/>
          </a:p>
        </p:txBody>
      </p:sp>
    </p:spTree>
    <p:extLst>
      <p:ext uri="{BB962C8B-B14F-4D97-AF65-F5344CB8AC3E}">
        <p14:creationId xmlns:p14="http://schemas.microsoft.com/office/powerpoint/2010/main" val="1691104356"/>
      </p:ext>
    </p:extLst>
  </p:cSld>
  <p:clrMapOvr>
    <a:masterClrMapping/>
  </p:clrMapOvr>
  <p:transition>
    <p:fade/>
  </p:transition>
  <p:extLst mod="1">
    <p:ext uri="{DCECCB84-F9BA-43D5-87BE-67443E8EF086}">
      <p15:sldGuideLst xmlns:p15="http://schemas.microsoft.com/office/powerpoint/2012/main">
        <p15:guide id="1" pos="557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1.png"/><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image" Target="../media/image1.png"/><Relationship Id="rId4" Type="http://schemas.openxmlformats.org/officeDocument/2006/relationships/slideLayout" Target="../slideLayouts/slideLayout2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10" Type="http://schemas.openxmlformats.org/officeDocument/2006/relationships/image" Target="../media/image1.png"/><Relationship Id="rId4" Type="http://schemas.openxmlformats.org/officeDocument/2006/relationships/slideLayout" Target="../slideLayouts/slideLayout33.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5"/>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grpSp>
        <p:nvGrpSpPr>
          <p:cNvPr id="15" name="Groupe 14">
            <a:extLst>
              <a:ext uri="{FF2B5EF4-FFF2-40B4-BE49-F238E27FC236}">
                <a16:creationId xmlns:a16="http://schemas.microsoft.com/office/drawing/2014/main" id="{494B105B-2A3D-43D1-8E22-F916C197C990}"/>
              </a:ext>
            </a:extLst>
          </p:cNvPr>
          <p:cNvGrpSpPr/>
          <p:nvPr userDrawn="1"/>
        </p:nvGrpSpPr>
        <p:grpSpPr>
          <a:xfrm>
            <a:off x="295226" y="664592"/>
            <a:ext cx="995611" cy="72008"/>
            <a:chOff x="479376" y="980728"/>
            <a:chExt cx="995611" cy="72008"/>
          </a:xfrm>
        </p:grpSpPr>
        <p:cxnSp>
          <p:nvCxnSpPr>
            <p:cNvPr id="21" name="Connecteur droit 20">
              <a:extLst>
                <a:ext uri="{FF2B5EF4-FFF2-40B4-BE49-F238E27FC236}">
                  <a16:creationId xmlns:a16="http://schemas.microsoft.com/office/drawing/2014/main" id="{7B4C35C0-4DF7-499F-A0E9-DE22F8DE2F62}"/>
                </a:ext>
              </a:extLst>
            </p:cNvPr>
            <p:cNvCxnSpPr>
              <a:cxnSpLocks/>
            </p:cNvCxnSpPr>
            <p:nvPr userDrawn="1"/>
          </p:nvCxnSpPr>
          <p:spPr>
            <a:xfrm>
              <a:off x="479376" y="1047118"/>
              <a:ext cx="995611" cy="0"/>
            </a:xfrm>
            <a:prstGeom prst="line">
              <a:avLst/>
            </a:prstGeom>
            <a:noFill/>
            <a:ln w="12700" cap="flat" cmpd="sng" algn="ctr">
              <a:solidFill>
                <a:schemeClr val="accent2"/>
              </a:solidFill>
              <a:prstDash val="solid"/>
              <a:miter lim="800000"/>
            </a:ln>
            <a:effectLst/>
          </p:spPr>
        </p:cxnSp>
        <p:sp>
          <p:nvSpPr>
            <p:cNvPr id="22" name="Rectangle 21">
              <a:extLst>
                <a:ext uri="{FF2B5EF4-FFF2-40B4-BE49-F238E27FC236}">
                  <a16:creationId xmlns:a16="http://schemas.microsoft.com/office/drawing/2014/main" id="{CA032F39-BF54-4A07-A2E9-9CECCF93C9A6}"/>
                </a:ext>
              </a:extLst>
            </p:cNvPr>
            <p:cNvSpPr/>
            <p:nvPr userDrawn="1"/>
          </p:nvSpPr>
          <p:spPr>
            <a:xfrm>
              <a:off x="479376" y="980728"/>
              <a:ext cx="504056" cy="72008"/>
            </a:xfrm>
            <a:prstGeom prst="rect">
              <a:avLst/>
            </a:prstGeom>
            <a:gradFill>
              <a:gsLst>
                <a:gs pos="0">
                  <a:schemeClr val="accent1"/>
                </a:gs>
                <a:gs pos="100000">
                  <a:schemeClr val="accent2"/>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1261878274"/>
      </p:ext>
    </p:extLst>
  </p:cSld>
  <p:clrMap bg1="lt1" tx1="dk1" bg2="lt2" tx2="dk2" accent1="accent1" accent2="accent2" accent3="accent3" accent4="accent4" accent5="accent5" accent6="accent6" hlink="hlink" folHlink="folHlink"/>
  <p:sldLayoutIdLst>
    <p:sldLayoutId id="2147483868" r:id="rId1"/>
    <p:sldLayoutId id="2147483882" r:id="rId2"/>
    <p:sldLayoutId id="2147483858" r:id="rId3"/>
    <p:sldLayoutId id="2147483916" r:id="rId4"/>
    <p:sldLayoutId id="2147483861" r:id="rId5"/>
    <p:sldLayoutId id="2147483835" r:id="rId6"/>
    <p:sldLayoutId id="2147483870" r:id="rId7"/>
    <p:sldLayoutId id="2147483877" r:id="rId8"/>
    <p:sldLayoutId id="2147483878" r:id="rId9"/>
    <p:sldLayoutId id="2147483879" r:id="rId10"/>
    <p:sldLayoutId id="2147483851" r:id="rId11"/>
    <p:sldLayoutId id="2147483922" r:id="rId12"/>
    <p:sldLayoutId id="2147483928" r:id="rId13"/>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1"/>
        </a:buClr>
        <a:buFont typeface="Wingdings" pitchFamily="2" charset="2"/>
        <a:buChar char="§"/>
        <a:defRPr sz="1600" b="1" i="0" kern="1200" baseline="0">
          <a:solidFill>
            <a:schemeClr val="accent1"/>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1"/>
        </a:buClr>
        <a:buFont typeface="Wingdings" pitchFamily="2" charset="2"/>
        <a:buChar char="§"/>
        <a:defRPr sz="1400" i="0" kern="1200" baseline="0">
          <a:solidFill>
            <a:schemeClr val="tx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1"/>
        </a:buClr>
        <a:buFont typeface="Wingdings" pitchFamily="2" charset="2"/>
        <a:buChar char="§"/>
        <a:defRPr sz="1200" i="0" kern="1200" baseline="0">
          <a:solidFill>
            <a:schemeClr val="tx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2969457078"/>
      </p:ext>
    </p:extLst>
  </p:cSld>
  <p:clrMap bg1="lt1" tx1="dk1" bg2="lt2" tx2="dk2" accent1="accent1" accent2="accent2" accent3="accent3" accent4="accent4" accent5="accent5" accent6="accent6" hlink="hlink" folHlink="folHlink"/>
  <p:sldLayoutIdLst>
    <p:sldLayoutId id="2147483933" r:id="rId1"/>
    <p:sldLayoutId id="2147483935" r:id="rId2"/>
    <p:sldLayoutId id="2147483936" r:id="rId3"/>
    <p:sldLayoutId id="2147483937" r:id="rId4"/>
    <p:sldLayoutId id="2147483938" r:id="rId5"/>
    <p:sldLayoutId id="2147483939" r:id="rId6"/>
    <p:sldLayoutId id="2147483940" r:id="rId7"/>
    <p:sldLayoutId id="2147483941"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53560915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47F4591A-171D-4B6F-91D4-CD89F6E4B046}"/>
              </a:ext>
            </a:extLst>
          </p:cNvPr>
          <p:cNvPicPr>
            <a:picLocks noChangeAspect="1"/>
          </p:cNvPicPr>
          <p:nvPr userDrawn="1"/>
        </p:nvPicPr>
        <p:blipFill>
          <a:blip r:embed="rId10"/>
          <a:srcRect/>
          <a:stretch/>
        </p:blipFill>
        <p:spPr>
          <a:xfrm>
            <a:off x="8037563" y="4837246"/>
            <a:ext cx="817635" cy="173146"/>
          </a:xfrm>
          <a:prstGeom prst="rect">
            <a:avLst/>
          </a:prstGeom>
          <a:noFill/>
        </p:spPr>
      </p:pic>
      <p:cxnSp>
        <p:nvCxnSpPr>
          <p:cNvPr id="17" name="Connecteur droit 16">
            <a:extLst>
              <a:ext uri="{FF2B5EF4-FFF2-40B4-BE49-F238E27FC236}">
                <a16:creationId xmlns:a16="http://schemas.microsoft.com/office/drawing/2014/main" id="{8B519F6C-EBB1-41F2-9E05-DEE79643C5DB}"/>
              </a:ext>
            </a:extLst>
          </p:cNvPr>
          <p:cNvCxnSpPr>
            <a:cxnSpLocks/>
          </p:cNvCxnSpPr>
          <p:nvPr userDrawn="1"/>
        </p:nvCxnSpPr>
        <p:spPr>
          <a:xfrm>
            <a:off x="506984" y="4762165"/>
            <a:ext cx="0" cy="13849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7532A455-C781-4527-AD8C-3511FB0D154E}"/>
              </a:ext>
            </a:extLst>
          </p:cNvPr>
          <p:cNvSpPr txBox="1"/>
          <p:nvPr userDrawn="1"/>
        </p:nvSpPr>
        <p:spPr>
          <a:xfrm>
            <a:off x="287338" y="4913692"/>
            <a:ext cx="7107374" cy="107722"/>
          </a:xfrm>
          <a:prstGeom prst="rect">
            <a:avLst/>
          </a:prstGeom>
          <a:noFill/>
        </p:spPr>
        <p:txBody>
          <a:bodyPr wrap="square" lIns="0" tIns="0" rIns="0" bIns="0">
            <a:spAutoFit/>
          </a:bodyPr>
          <a:lstStyle/>
          <a:p>
            <a:pPr algn="l"/>
            <a:r>
              <a:rPr lang="en-US" sz="700" b="0" i="0" u="none" strike="noStrike" baseline="0" dirty="0">
                <a:solidFill>
                  <a:schemeClr val="bg2">
                    <a:lumMod val="60000"/>
                    <a:lumOff val="40000"/>
                  </a:schemeClr>
                </a:solidFill>
                <a:latin typeface="+mn-lt"/>
              </a:rPr>
              <a:t>This document and the information therein are the property of Safran. They must not be copied or communicated to a third party without the prior written authorization of Safran</a:t>
            </a:r>
            <a:endParaRPr lang="fr-FR" sz="1600" dirty="0">
              <a:solidFill>
                <a:schemeClr val="bg2">
                  <a:lumMod val="60000"/>
                  <a:lumOff val="40000"/>
                </a:schemeClr>
              </a:solidFill>
              <a:latin typeface="+mn-lt"/>
            </a:endParaRPr>
          </a:p>
        </p:txBody>
      </p:sp>
      <p:sp>
        <p:nvSpPr>
          <p:cNvPr id="20" name="Espace réservé du numéro de diapositive 13">
            <a:extLst>
              <a:ext uri="{FF2B5EF4-FFF2-40B4-BE49-F238E27FC236}">
                <a16:creationId xmlns:a16="http://schemas.microsoft.com/office/drawing/2014/main" id="{CD93E076-75DB-4427-A260-9445BE8C8B75}"/>
              </a:ext>
            </a:extLst>
          </p:cNvPr>
          <p:cNvSpPr txBox="1">
            <a:spLocks/>
          </p:cNvSpPr>
          <p:nvPr userDrawn="1"/>
        </p:nvSpPr>
        <p:spPr>
          <a:xfrm>
            <a:off x="300010" y="4769393"/>
            <a:ext cx="190758" cy="123111"/>
          </a:xfrm>
          <a:prstGeom prst="rect">
            <a:avLst/>
          </a:prstGeom>
        </p:spPr>
        <p:txBody>
          <a:bodyPr vert="horz" wrap="none" lIns="0" tIns="0" rIns="0" bIns="0" rtlCol="0" anchor="ctr">
            <a:spAutoFit/>
          </a:bodyPr>
          <a:lstStyle>
            <a:defPPr>
              <a:defRPr lang="fr-FR"/>
            </a:defPPr>
            <a:lvl1pPr marL="0" algn="l" defTabSz="914400" rtl="0" eaLnBrk="1" latinLnBrk="0" hangingPunct="1">
              <a:defRPr sz="900" b="1" kern="1200">
                <a:solidFill>
                  <a:schemeClr val="tx2"/>
                </a:solidFill>
                <a:latin typeface="Segoe UI" panose="020B05020402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85CA73-2D89-4D6A-A923-B574D1DA086D}" type="slidenum">
              <a:rPr lang="fr-FR" sz="800" smtClean="0">
                <a:solidFill>
                  <a:schemeClr val="bg2">
                    <a:lumMod val="60000"/>
                    <a:lumOff val="40000"/>
                  </a:schemeClr>
                </a:solidFill>
              </a:rPr>
              <a:pPr/>
              <a:t>‹N°›</a:t>
            </a:fld>
            <a:endParaRPr lang="fr-FR" sz="800" dirty="0">
              <a:solidFill>
                <a:schemeClr val="bg2">
                  <a:lumMod val="60000"/>
                  <a:lumOff val="40000"/>
                </a:schemeClr>
              </a:solidFill>
            </a:endParaRPr>
          </a:p>
        </p:txBody>
      </p:sp>
      <p:sp>
        <p:nvSpPr>
          <p:cNvPr id="3" name="Espace réservé du titre 2">
            <a:extLst>
              <a:ext uri="{FF2B5EF4-FFF2-40B4-BE49-F238E27FC236}">
                <a16:creationId xmlns:a16="http://schemas.microsoft.com/office/drawing/2014/main" id="{B9383F94-4300-4F00-9605-92CC0B158E2C}"/>
              </a:ext>
            </a:extLst>
          </p:cNvPr>
          <p:cNvSpPr>
            <a:spLocks noGrp="1"/>
          </p:cNvSpPr>
          <p:nvPr>
            <p:ph type="title"/>
          </p:nvPr>
        </p:nvSpPr>
        <p:spPr>
          <a:xfrm>
            <a:off x="295226" y="192338"/>
            <a:ext cx="8559972" cy="427037"/>
          </a:xfrm>
          <a:prstGeom prst="rect">
            <a:avLst/>
          </a:prstGeom>
        </p:spPr>
        <p:txBody>
          <a:bodyPr vert="horz" lIns="0" tIns="45720" rIns="0" bIns="45720" rtlCol="0" anchor="ctr">
            <a:normAutofit/>
          </a:bodyPr>
          <a:lstStyle/>
          <a:p>
            <a:r>
              <a:rPr lang="en-US" dirty="0"/>
              <a:t>Click here to add a title </a:t>
            </a:r>
            <a:endParaRPr lang="fr-FR" dirty="0"/>
          </a:p>
        </p:txBody>
      </p:sp>
      <p:sp>
        <p:nvSpPr>
          <p:cNvPr id="5" name="Espace réservé du pied de page 4">
            <a:extLst>
              <a:ext uri="{FF2B5EF4-FFF2-40B4-BE49-F238E27FC236}">
                <a16:creationId xmlns:a16="http://schemas.microsoft.com/office/drawing/2014/main" id="{733C5864-A815-9137-28E9-1104EAB284FF}"/>
              </a:ext>
            </a:extLst>
          </p:cNvPr>
          <p:cNvSpPr>
            <a:spLocks noGrp="1"/>
          </p:cNvSpPr>
          <p:nvPr>
            <p:ph type="ftr" sz="quarter" idx="3"/>
          </p:nvPr>
        </p:nvSpPr>
        <p:spPr>
          <a:xfrm>
            <a:off x="506983" y="4759334"/>
            <a:ext cx="6708203" cy="129416"/>
          </a:xfrm>
          <a:prstGeom prst="rect">
            <a:avLst/>
          </a:prstGeom>
        </p:spPr>
        <p:txBody>
          <a:bodyPr vert="horz" lIns="91440" tIns="45720" rIns="91440" bIns="45720" rtlCol="0" anchor="ctr"/>
          <a:lstStyle>
            <a:lvl1pPr algn="l">
              <a:defRPr sz="800">
                <a:solidFill>
                  <a:schemeClr val="bg2">
                    <a:lumMod val="60000"/>
                    <a:lumOff val="40000"/>
                  </a:schemeClr>
                </a:solidFill>
              </a:defRPr>
            </a:lvl1pPr>
          </a:lstStyle>
          <a:p>
            <a:r>
              <a:rPr lang="fr-FR" smtClean="0"/>
              <a:t>CIPN / Safran Electronics &amp; Defense / 30/09/2024</a:t>
            </a:r>
            <a:endParaRPr lang="fr-FR" dirty="0"/>
          </a:p>
        </p:txBody>
      </p:sp>
      <p:sp>
        <p:nvSpPr>
          <p:cNvPr id="7" name="Espace réservé du texte 6">
            <a:extLst>
              <a:ext uri="{FF2B5EF4-FFF2-40B4-BE49-F238E27FC236}">
                <a16:creationId xmlns:a16="http://schemas.microsoft.com/office/drawing/2014/main" id="{B7E8C8B3-8552-D897-BC35-19AAA48A5071}"/>
              </a:ext>
            </a:extLst>
          </p:cNvPr>
          <p:cNvSpPr>
            <a:spLocks noGrp="1"/>
          </p:cNvSpPr>
          <p:nvPr>
            <p:ph type="body" idx="1"/>
          </p:nvPr>
        </p:nvSpPr>
        <p:spPr>
          <a:xfrm>
            <a:off x="287339" y="1001714"/>
            <a:ext cx="8569324" cy="3622673"/>
          </a:xfrm>
          <a:prstGeom prst="rect">
            <a:avLst/>
          </a:prstGeom>
        </p:spPr>
        <p:txBody>
          <a:bodyPr vert="horz" lIns="91440" tIns="45720" rIns="91440" bIns="45720" rtlCol="0">
            <a:normAutofit/>
          </a:bodyPr>
          <a:lstStyle/>
          <a:p>
            <a:pPr lvl="0"/>
            <a:r>
              <a:rPr lang="en-US" dirty="0"/>
              <a:t>Click here to add text </a:t>
            </a:r>
            <a:endParaRPr lang="fr-FR" dirty="0"/>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p:txBody>
      </p:sp>
      <p:grpSp>
        <p:nvGrpSpPr>
          <p:cNvPr id="8" name="Groupe 7">
            <a:extLst>
              <a:ext uri="{FF2B5EF4-FFF2-40B4-BE49-F238E27FC236}">
                <a16:creationId xmlns:a16="http://schemas.microsoft.com/office/drawing/2014/main" id="{3A89395C-0062-6FD8-6C76-76B7AFE266D1}"/>
              </a:ext>
            </a:extLst>
          </p:cNvPr>
          <p:cNvGrpSpPr/>
          <p:nvPr userDrawn="1"/>
        </p:nvGrpSpPr>
        <p:grpSpPr>
          <a:xfrm>
            <a:off x="295226" y="664592"/>
            <a:ext cx="995611" cy="72008"/>
            <a:chOff x="479376" y="980728"/>
            <a:chExt cx="995611" cy="72008"/>
          </a:xfrm>
        </p:grpSpPr>
        <p:cxnSp>
          <p:nvCxnSpPr>
            <p:cNvPr id="9" name="Connecteur droit 8">
              <a:extLst>
                <a:ext uri="{FF2B5EF4-FFF2-40B4-BE49-F238E27FC236}">
                  <a16:creationId xmlns:a16="http://schemas.microsoft.com/office/drawing/2014/main" id="{5BED4098-B418-22A7-173B-1D64010ADC72}"/>
                </a:ext>
              </a:extLst>
            </p:cNvPr>
            <p:cNvCxnSpPr>
              <a:cxnSpLocks/>
            </p:cNvCxnSpPr>
            <p:nvPr userDrawn="1"/>
          </p:nvCxnSpPr>
          <p:spPr>
            <a:xfrm>
              <a:off x="479376" y="1047118"/>
              <a:ext cx="995611" cy="0"/>
            </a:xfrm>
            <a:prstGeom prst="line">
              <a:avLst/>
            </a:prstGeom>
            <a:noFill/>
            <a:ln w="12700" cap="flat" cmpd="sng" algn="ctr">
              <a:solidFill>
                <a:schemeClr val="accent4"/>
              </a:solidFill>
              <a:prstDash val="solid"/>
              <a:miter lim="800000"/>
            </a:ln>
            <a:effectLst/>
          </p:spPr>
        </p:cxnSp>
        <p:sp>
          <p:nvSpPr>
            <p:cNvPr id="10" name="Rectangle 9">
              <a:extLst>
                <a:ext uri="{FF2B5EF4-FFF2-40B4-BE49-F238E27FC236}">
                  <a16:creationId xmlns:a16="http://schemas.microsoft.com/office/drawing/2014/main" id="{DD05EE1A-B050-3012-0C5F-DB4B2B0EFAA3}"/>
                </a:ext>
              </a:extLst>
            </p:cNvPr>
            <p:cNvSpPr/>
            <p:nvPr userDrawn="1"/>
          </p:nvSpPr>
          <p:spPr>
            <a:xfrm>
              <a:off x="479376" y="980728"/>
              <a:ext cx="504056" cy="72008"/>
            </a:xfrm>
            <a:prstGeom prst="rect">
              <a:avLst/>
            </a:prstGeom>
            <a:gradFill>
              <a:gsLst>
                <a:gs pos="0">
                  <a:schemeClr val="accent5"/>
                </a:gs>
                <a:gs pos="100000">
                  <a:schemeClr val="accent4"/>
                </a:gs>
              </a:gsLst>
              <a:lin ang="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rgbClr val="FFFFFF"/>
                </a:solidFill>
                <a:effectLst/>
                <a:uLnTx/>
                <a:uFillTx/>
                <a:latin typeface="Segoe UI"/>
                <a:ea typeface="+mn-ea"/>
                <a:cs typeface="+mn-cs"/>
              </a:endParaRPr>
            </a:p>
          </p:txBody>
        </p:sp>
      </p:grpSp>
      <p:sp>
        <p:nvSpPr>
          <p:cNvPr id="2" name="MSIPCMContentMarking" descr="{&quot;HashCode&quot;:-1484644562,&quot;Placement&quot;:&quot;Header&quot;,&quot;Top&quot;:0.0,&quot;Left&quot;:315.021423,&quot;SlideWidth&quot;:720,&quot;SlideHeight&quot;:405}"/>
          <p:cNvSpPr txBox="1"/>
          <p:nvPr userDrawn="1"/>
        </p:nvSpPr>
        <p:spPr>
          <a:xfrm>
            <a:off x="4000772" y="0"/>
            <a:ext cx="1142456"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smtClean="0">
                <a:solidFill>
                  <a:srgbClr val="FF8C00"/>
                </a:solidFill>
                <a:latin typeface="Calibri" panose="020F0502020204030204" pitchFamily="34" charset="0"/>
              </a:rPr>
              <a:t>C2 - Confidential</a:t>
            </a:r>
            <a:endParaRPr lang="fr-FR" sz="1000">
              <a:solidFill>
                <a:srgbClr val="FF8C00"/>
              </a:solidFill>
              <a:latin typeface="Calibri" panose="020F0502020204030204" pitchFamily="34" charset="0"/>
            </a:endParaRPr>
          </a:p>
        </p:txBody>
      </p:sp>
    </p:spTree>
    <p:extLst>
      <p:ext uri="{BB962C8B-B14F-4D97-AF65-F5344CB8AC3E}">
        <p14:creationId xmlns:p14="http://schemas.microsoft.com/office/powerpoint/2010/main" val="2569557999"/>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Lst>
  <p:transition>
    <p:fade/>
  </p:transition>
  <p:hf sldNum="0" hdr="0" dt="0"/>
  <p:txStyles>
    <p:titleStyle>
      <a:lvl1pPr algn="l" defTabSz="915067" rtl="0" eaLnBrk="1" latinLnBrk="0" hangingPunct="1">
        <a:spcBef>
          <a:spcPct val="0"/>
        </a:spcBef>
        <a:buNone/>
        <a:defRPr sz="2200" b="0" i="0" kern="1200" cap="none" baseline="0">
          <a:solidFill>
            <a:schemeClr val="accent2"/>
          </a:solidFill>
          <a:latin typeface="+mj-lt"/>
          <a:ea typeface="+mj-ea"/>
          <a:cs typeface="Arial" pitchFamily="34" charset="0"/>
        </a:defRPr>
      </a:lvl1pPr>
    </p:titleStyle>
    <p:bodyStyle>
      <a:lvl1pPr marL="182698" indent="-182698" algn="l" defTabSz="915067" rtl="0" eaLnBrk="1" latinLnBrk="0" hangingPunct="1">
        <a:lnSpc>
          <a:spcPct val="90000"/>
        </a:lnSpc>
        <a:spcBef>
          <a:spcPts val="800"/>
        </a:spcBef>
        <a:buClr>
          <a:schemeClr val="accent5"/>
        </a:buClr>
        <a:buFont typeface="Wingdings" pitchFamily="2" charset="2"/>
        <a:buChar char="§"/>
        <a:defRPr sz="1600" b="1" i="0" kern="1200" baseline="0">
          <a:solidFill>
            <a:schemeClr val="accent2"/>
          </a:solidFill>
          <a:latin typeface="+mn-lt"/>
          <a:ea typeface="+mn-ea"/>
          <a:cs typeface="Arial" pitchFamily="34" charset="0"/>
        </a:defRPr>
      </a:lvl1pPr>
      <a:lvl2pPr marL="347914" indent="-163628" algn="l" defTabSz="915067" rtl="0" eaLnBrk="1" latinLnBrk="0" hangingPunct="1">
        <a:lnSpc>
          <a:spcPct val="90000"/>
        </a:lnSpc>
        <a:spcBef>
          <a:spcPts val="400"/>
        </a:spcBef>
        <a:buClr>
          <a:schemeClr val="accent5"/>
        </a:buClr>
        <a:buFont typeface="Wingdings" pitchFamily="2" charset="2"/>
        <a:buChar char="§"/>
        <a:defRPr sz="1400" i="0" kern="1200" baseline="0">
          <a:solidFill>
            <a:schemeClr val="accent2"/>
          </a:solidFill>
          <a:latin typeface="+mn-lt"/>
          <a:ea typeface="+mn-ea"/>
          <a:cs typeface="Arial" pitchFamily="34" charset="0"/>
        </a:defRPr>
      </a:lvl2pPr>
      <a:lvl3pPr marL="509954" indent="-166802" algn="l" defTabSz="915067" rtl="0" eaLnBrk="1" latinLnBrk="0" hangingPunct="1">
        <a:lnSpc>
          <a:spcPct val="90000"/>
        </a:lnSpc>
        <a:spcBef>
          <a:spcPts val="400"/>
        </a:spcBef>
        <a:buClr>
          <a:schemeClr val="accent5"/>
        </a:buClr>
        <a:buFont typeface="Wingdings" pitchFamily="2" charset="2"/>
        <a:buChar char="§"/>
        <a:defRPr sz="1200" i="0" kern="1200" baseline="0">
          <a:solidFill>
            <a:schemeClr val="accent2"/>
          </a:solidFill>
          <a:latin typeface="+mn-lt"/>
          <a:ea typeface="+mn-ea"/>
          <a:cs typeface="Arial" pitchFamily="34" charset="0"/>
        </a:defRPr>
      </a:lvl3pPr>
      <a:lvl4pPr marL="1601359"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4pPr>
      <a:lvl5pPr marL="2058887" indent="-228764" algn="l" defTabSz="915067" rtl="0" eaLnBrk="1" latinLnBrk="0" hangingPunct="1">
        <a:spcBef>
          <a:spcPct val="20000"/>
        </a:spcBef>
        <a:buFont typeface="Wingdings" pitchFamily="2" charset="2"/>
        <a:buChar char="§"/>
        <a:defRPr sz="1199" i="0" kern="1200">
          <a:solidFill>
            <a:schemeClr val="accent2"/>
          </a:solidFill>
          <a:latin typeface="+mj-lt"/>
          <a:ea typeface="+mn-ea"/>
          <a:cs typeface="Arial" pitchFamily="34" charset="0"/>
        </a:defRPr>
      </a:lvl5pPr>
      <a:lvl6pPr marL="2516420"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3945"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31483"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9011" indent="-228764" algn="l" defTabSz="91506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5067" rtl="0" eaLnBrk="1" latinLnBrk="0" hangingPunct="1">
        <a:defRPr sz="1799" kern="1200">
          <a:solidFill>
            <a:schemeClr val="tx1"/>
          </a:solidFill>
          <a:latin typeface="+mn-lt"/>
          <a:ea typeface="+mn-ea"/>
          <a:cs typeface="+mn-cs"/>
        </a:defRPr>
      </a:lvl1pPr>
      <a:lvl2pPr marL="457529" algn="l" defTabSz="915067" rtl="0" eaLnBrk="1" latinLnBrk="0" hangingPunct="1">
        <a:defRPr sz="1799" kern="1200">
          <a:solidFill>
            <a:schemeClr val="tx1"/>
          </a:solidFill>
          <a:latin typeface="+mn-lt"/>
          <a:ea typeface="+mn-ea"/>
          <a:cs typeface="+mn-cs"/>
        </a:defRPr>
      </a:lvl2pPr>
      <a:lvl3pPr marL="915067" algn="l" defTabSz="915067" rtl="0" eaLnBrk="1" latinLnBrk="0" hangingPunct="1">
        <a:defRPr sz="1799" kern="1200">
          <a:solidFill>
            <a:schemeClr val="tx1"/>
          </a:solidFill>
          <a:latin typeface="+mn-lt"/>
          <a:ea typeface="+mn-ea"/>
          <a:cs typeface="+mn-cs"/>
        </a:defRPr>
      </a:lvl3pPr>
      <a:lvl4pPr marL="1372592" algn="l" defTabSz="915067" rtl="0" eaLnBrk="1" latinLnBrk="0" hangingPunct="1">
        <a:defRPr sz="1799" kern="1200">
          <a:solidFill>
            <a:schemeClr val="tx1"/>
          </a:solidFill>
          <a:latin typeface="+mn-lt"/>
          <a:ea typeface="+mn-ea"/>
          <a:cs typeface="+mn-cs"/>
        </a:defRPr>
      </a:lvl4pPr>
      <a:lvl5pPr marL="1830123" algn="l" defTabSz="915067" rtl="0" eaLnBrk="1" latinLnBrk="0" hangingPunct="1">
        <a:defRPr sz="1799" kern="1200">
          <a:solidFill>
            <a:schemeClr val="tx1"/>
          </a:solidFill>
          <a:latin typeface="+mn-lt"/>
          <a:ea typeface="+mn-ea"/>
          <a:cs typeface="+mn-cs"/>
        </a:defRPr>
      </a:lvl5pPr>
      <a:lvl6pPr marL="2287652" algn="l" defTabSz="915067" rtl="0" eaLnBrk="1" latinLnBrk="0" hangingPunct="1">
        <a:defRPr sz="1799" kern="1200">
          <a:solidFill>
            <a:schemeClr val="tx1"/>
          </a:solidFill>
          <a:latin typeface="+mn-lt"/>
          <a:ea typeface="+mn-ea"/>
          <a:cs typeface="+mn-cs"/>
        </a:defRPr>
      </a:lvl6pPr>
      <a:lvl7pPr marL="2745182" algn="l" defTabSz="915067" rtl="0" eaLnBrk="1" latinLnBrk="0" hangingPunct="1">
        <a:defRPr sz="1799" kern="1200">
          <a:solidFill>
            <a:schemeClr val="tx1"/>
          </a:solidFill>
          <a:latin typeface="+mn-lt"/>
          <a:ea typeface="+mn-ea"/>
          <a:cs typeface="+mn-cs"/>
        </a:defRPr>
      </a:lvl7pPr>
      <a:lvl8pPr marL="3202716" algn="l" defTabSz="915067" rtl="0" eaLnBrk="1" latinLnBrk="0" hangingPunct="1">
        <a:defRPr sz="1799" kern="1200">
          <a:solidFill>
            <a:schemeClr val="tx1"/>
          </a:solidFill>
          <a:latin typeface="+mn-lt"/>
          <a:ea typeface="+mn-ea"/>
          <a:cs typeface="+mn-cs"/>
        </a:defRPr>
      </a:lvl8pPr>
      <a:lvl9pPr marL="3660246" algn="l" defTabSz="915067"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981" userDrawn="1">
          <p15:clr>
            <a:srgbClr val="F26B43"/>
          </p15:clr>
        </p15:guide>
        <p15:guide id="2" pos="5579" userDrawn="1">
          <p15:clr>
            <a:srgbClr val="F26B43"/>
          </p15:clr>
        </p15:guide>
        <p15:guide id="3" pos="181">
          <p15:clr>
            <a:srgbClr val="F26B43"/>
          </p15:clr>
        </p15:guide>
        <p15:guide id="4" orient="horz" pos="195">
          <p15:clr>
            <a:srgbClr val="F26B43"/>
          </p15:clr>
        </p15:guide>
        <p15:guide id="5" orient="horz" pos="3852">
          <p15:clr>
            <a:srgbClr val="F26B43"/>
          </p15:clr>
        </p15:guide>
        <p15:guide id="6" orient="horz" pos="285">
          <p15:clr>
            <a:srgbClr val="F26B43"/>
          </p15:clr>
        </p15:guide>
        <p15:guide id="8" pos="7491">
          <p15:clr>
            <a:srgbClr val="F26B43"/>
          </p15:clr>
        </p15:guide>
        <p15:guide id="9" pos="7391">
          <p15:clr>
            <a:srgbClr val="F26B43"/>
          </p15:clr>
        </p15:guide>
        <p15:guide id="10" orient="horz" pos="464" userDrawn="1">
          <p15:clr>
            <a:srgbClr val="F26B43"/>
          </p15:clr>
        </p15:guide>
        <p15:guide id="11" orient="horz" pos="2913" userDrawn="1">
          <p15:clr>
            <a:srgbClr val="F26B43"/>
          </p15:clr>
        </p15:guide>
        <p15:guide id="12" pos="2880" userDrawn="1">
          <p15:clr>
            <a:srgbClr val="F26B43"/>
          </p15:clr>
        </p15:guide>
        <p15:guide id="13" orient="horz" pos="6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3BB7C9F4-C629-43E8-8D54-85B10A7B397A}"/>
              </a:ext>
            </a:extLst>
          </p:cNvPr>
          <p:cNvSpPr>
            <a:spLocks noGrp="1"/>
          </p:cNvSpPr>
          <p:nvPr>
            <p:ph type="body" sz="quarter" idx="10"/>
          </p:nvPr>
        </p:nvSpPr>
        <p:spPr>
          <a:xfrm>
            <a:off x="285750" y="862519"/>
            <a:ext cx="3056172" cy="2961556"/>
          </a:xfrm>
        </p:spPr>
        <p:txBody>
          <a:bodyPr/>
          <a:lstStyle/>
          <a:p>
            <a:pPr>
              <a:tabLst>
                <a:tab pos="1438275" algn="l"/>
              </a:tabLst>
            </a:pPr>
            <a:r>
              <a:rPr lang="fr-FR" dirty="0"/>
              <a:t>Challenge Navigation</a:t>
            </a:r>
            <a:endParaRPr lang="da-DK" dirty="0"/>
          </a:p>
          <a:p>
            <a:pPr>
              <a:tabLst>
                <a:tab pos="1438275" algn="l"/>
              </a:tabLst>
            </a:pPr>
            <a:endParaRPr lang="da-DK" dirty="0" smtClean="0"/>
          </a:p>
          <a:p>
            <a:pPr>
              <a:tabLst>
                <a:tab pos="1438275" algn="l"/>
              </a:tabLst>
            </a:pPr>
            <a:r>
              <a:rPr lang="da-DK" sz="1400" b="0" i="1" dirty="0" smtClean="0"/>
              <a:t>30/09/2024</a:t>
            </a:r>
            <a:endParaRPr lang="da-DK" b="0" i="1" dirty="0"/>
          </a:p>
        </p:txBody>
      </p:sp>
      <p:pic>
        <p:nvPicPr>
          <p:cNvPr id="10" name="Espace réservé pour une image  7">
            <a:extLst>
              <a:ext uri="{FF2B5EF4-FFF2-40B4-BE49-F238E27FC236}">
                <a16:creationId xmlns:a16="http://schemas.microsoft.com/office/drawing/2014/main" id="{E0B25054-2C44-C74F-1F7B-83EC8E0E4C94}"/>
              </a:ext>
            </a:extLst>
          </p:cNvPr>
          <p:cNvPicPr>
            <a:picLocks noGrp="1" noChangeAspect="1"/>
          </p:cNvPicPr>
          <p:nvPr>
            <p:ph type="pic" sz="quarter" idx="22"/>
          </p:nvPr>
        </p:nvPicPr>
        <p:blipFill>
          <a:blip r:embed="rId2" cstate="email">
            <a:extLst>
              <a:ext uri="{28A0092B-C50C-407E-A947-70E740481C1C}">
                <a14:useLocalDpi xmlns:a14="http://schemas.microsoft.com/office/drawing/2010/main"/>
              </a:ext>
            </a:extLst>
          </a:blip>
          <a:srcRect/>
          <a:stretch/>
        </p:blipFill>
        <p:spPr>
          <a:xfrm>
            <a:off x="3627438" y="0"/>
            <a:ext cx="5516562" cy="5145088"/>
          </a:xfrm>
        </p:spPr>
      </p:pic>
    </p:spTree>
    <p:extLst>
      <p:ext uri="{BB962C8B-B14F-4D97-AF65-F5344CB8AC3E}">
        <p14:creationId xmlns:p14="http://schemas.microsoft.com/office/powerpoint/2010/main" val="12075675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1201367"/>
            <a:ext cx="8391985" cy="2569887"/>
          </a:xfrm>
          <a:ln>
            <a:noFill/>
          </a:ln>
        </p:spPr>
        <p:txBody>
          <a:bodyPr/>
          <a:lstStyle/>
          <a:p>
            <a:r>
              <a:rPr lang="fr-FR" sz="1400" dirty="0"/>
              <a:t>Sur la base de données réelles enregistrées lors d’un essai véhicule avec une centrale inertielle, votre mission est de mettre en place un algorithme de navigation hybride performant.</a:t>
            </a:r>
          </a:p>
          <a:p>
            <a:r>
              <a:rPr lang="fr-FR" sz="1400" dirty="0"/>
              <a:t>Chaque groupe disposera de données complémentaires spécifiques au choix parmi : </a:t>
            </a:r>
          </a:p>
          <a:p>
            <a:pPr marL="285750" indent="-285750">
              <a:buFontTx/>
              <a:buChar char="-"/>
            </a:pPr>
            <a:r>
              <a:rPr lang="fr-FR" sz="1400" dirty="0" smtClean="0"/>
              <a:t>RIEN … pour une hybridation ZUPT</a:t>
            </a:r>
            <a:endParaRPr lang="fr-FR" sz="1400" dirty="0"/>
          </a:p>
          <a:p>
            <a:pPr marL="285750" indent="-285750">
              <a:buFontTx/>
              <a:buChar char="-"/>
            </a:pPr>
            <a:r>
              <a:rPr lang="fr-FR" sz="1400" dirty="0"/>
              <a:t>GPS</a:t>
            </a:r>
          </a:p>
          <a:p>
            <a:pPr marL="285750" indent="-285750">
              <a:buFontTx/>
              <a:buChar char="-"/>
            </a:pPr>
            <a:r>
              <a:rPr lang="fr-FR" sz="1400" dirty="0"/>
              <a:t>ODOMETRE</a:t>
            </a:r>
          </a:p>
          <a:p>
            <a:pPr marL="285750" indent="-285750">
              <a:buFontTx/>
              <a:buChar char="-"/>
            </a:pPr>
            <a:r>
              <a:rPr lang="fr-FR" sz="1400" dirty="0"/>
              <a:t>VOR/DME</a:t>
            </a:r>
          </a:p>
          <a:p>
            <a:r>
              <a:rPr lang="fr-FR" sz="1400" dirty="0"/>
              <a:t>Afin de tester votre solution, vous disposerez de 2 jeux de données correspondant à 2 essais distincts</a:t>
            </a:r>
            <a:r>
              <a:rPr lang="fr-FR" sz="1400" dirty="0" smtClean="0"/>
              <a:t>.</a:t>
            </a:r>
            <a:endParaRPr lang="fr-FR" dirty="0"/>
          </a:p>
          <a:p>
            <a:endParaRPr lang="fr-FR" sz="1400"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normAutofit/>
          </a:bodyPr>
          <a:lstStyle/>
          <a:p>
            <a:r>
              <a:rPr lang="fr-FR" dirty="0"/>
              <a:t>Challenge </a:t>
            </a:r>
            <a:r>
              <a:rPr lang="fr-FR" dirty="0" smtClean="0"/>
              <a:t>Navigation</a:t>
            </a:r>
            <a:endParaRPr lang="fr-FR" dirty="0"/>
          </a:p>
        </p:txBody>
      </p:sp>
    </p:spTree>
    <p:extLst>
      <p:ext uri="{BB962C8B-B14F-4D97-AF65-F5344CB8AC3E}">
        <p14:creationId xmlns:p14="http://schemas.microsoft.com/office/powerpoint/2010/main" val="411527976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1856922" y="1035093"/>
            <a:ext cx="5436580" cy="3280001"/>
          </a:xfrm>
          <a:ln>
            <a:noFill/>
          </a:ln>
        </p:spPr>
        <p:txBody>
          <a:bodyPr/>
          <a:lstStyle/>
          <a:p>
            <a:r>
              <a:rPr lang="fr-FR" u="sng" dirty="0" smtClean="0"/>
              <a:t>Objectifs </a:t>
            </a:r>
            <a:r>
              <a:rPr lang="fr-FR" u="sng" dirty="0"/>
              <a:t>pédagogiques du Challenge : </a:t>
            </a:r>
            <a:endParaRPr lang="fr-FR" u="sng" dirty="0" smtClean="0"/>
          </a:p>
          <a:p>
            <a:endParaRPr lang="fr-FR" u="sng" dirty="0"/>
          </a:p>
          <a:p>
            <a:pPr marL="342900" indent="-342900">
              <a:buFont typeface="+mj-lt"/>
              <a:buAutoNum type="arabicPeriod"/>
            </a:pPr>
            <a:r>
              <a:rPr lang="fr-FR" dirty="0"/>
              <a:t>Appliquer les connaissances vues en cours. </a:t>
            </a:r>
            <a:endParaRPr lang="fr-FR" dirty="0" smtClean="0"/>
          </a:p>
          <a:p>
            <a:pPr marL="342900" indent="-342900">
              <a:buFont typeface="+mj-lt"/>
              <a:buAutoNum type="arabicPeriod"/>
            </a:pPr>
            <a:endParaRPr lang="fr-FR" dirty="0"/>
          </a:p>
          <a:p>
            <a:pPr marL="342900" indent="-342900">
              <a:buFont typeface="+mj-lt"/>
              <a:buAutoNum type="arabicPeriod"/>
            </a:pPr>
            <a:r>
              <a:rPr lang="fr-FR" dirty="0"/>
              <a:t>Maitriser les concepts de la navigation, </a:t>
            </a:r>
          </a:p>
          <a:p>
            <a:pPr marL="800100" lvl="1" indent="-342900">
              <a:buFont typeface="Arial" panose="020B0604020202020204" pitchFamily="34" charset="0"/>
              <a:buChar char="•"/>
            </a:pPr>
            <a:r>
              <a:rPr lang="fr-FR" dirty="0"/>
              <a:t>les techniques de navigation, </a:t>
            </a:r>
          </a:p>
          <a:p>
            <a:pPr marL="800100" lvl="1" indent="-342900">
              <a:buFont typeface="Arial" panose="020B0604020202020204" pitchFamily="34" charset="0"/>
              <a:buChar char="•"/>
            </a:pPr>
            <a:r>
              <a:rPr lang="fr-FR" dirty="0"/>
              <a:t>les cas d’usage et les modes de </a:t>
            </a:r>
            <a:r>
              <a:rPr lang="fr-FR" dirty="0" smtClean="0"/>
              <a:t>fonctionnement</a:t>
            </a:r>
          </a:p>
          <a:p>
            <a:pPr marL="800100" lvl="1" indent="-342900">
              <a:buFont typeface="Arial" panose="020B0604020202020204" pitchFamily="34" charset="0"/>
              <a:buChar char="•"/>
            </a:pPr>
            <a:endParaRPr lang="fr-FR" dirty="0"/>
          </a:p>
          <a:p>
            <a:pPr marL="342900" indent="-342900">
              <a:buFont typeface="+mj-lt"/>
              <a:buAutoNum type="arabicPeriod"/>
            </a:pPr>
            <a:r>
              <a:rPr lang="fr-FR" dirty="0"/>
              <a:t>Mettre en œuvre les compétences d’ingénierie</a:t>
            </a:r>
          </a:p>
          <a:p>
            <a:pPr marL="800100" lvl="1" indent="-342900">
              <a:buFont typeface="Arial" panose="020B0604020202020204" pitchFamily="34" charset="0"/>
              <a:buChar char="•"/>
            </a:pPr>
            <a:r>
              <a:rPr lang="fr-FR" dirty="0"/>
              <a:t>Développement d’algorithmes « pseudo temps réel »</a:t>
            </a:r>
          </a:p>
          <a:p>
            <a:pPr marL="800100" lvl="1" indent="-342900">
              <a:buFont typeface="Arial" panose="020B0604020202020204" pitchFamily="34" charset="0"/>
              <a:buChar char="•"/>
            </a:pPr>
            <a:r>
              <a:rPr lang="fr-FR" dirty="0"/>
              <a:t>Intégration et vérification d’un développement logiciel.</a:t>
            </a:r>
          </a:p>
          <a:p>
            <a:pPr marL="0" indent="0" fontAlgn="auto">
              <a:buNone/>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Challenge Navigation</a:t>
            </a:r>
          </a:p>
        </p:txBody>
      </p:sp>
    </p:spTree>
    <p:extLst>
      <p:ext uri="{BB962C8B-B14F-4D97-AF65-F5344CB8AC3E}">
        <p14:creationId xmlns:p14="http://schemas.microsoft.com/office/powerpoint/2010/main" val="252057207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Espace réservé du texte 26">
            <a:extLst>
              <a:ext uri="{FF2B5EF4-FFF2-40B4-BE49-F238E27FC236}">
                <a16:creationId xmlns:a16="http://schemas.microsoft.com/office/drawing/2014/main" id="{44ABAF53-EB6D-4B36-9038-E43BC4BEC3BA}"/>
              </a:ext>
            </a:extLst>
          </p:cNvPr>
          <p:cNvSpPr>
            <a:spLocks noGrp="1"/>
          </p:cNvSpPr>
          <p:nvPr>
            <p:ph type="body" sz="quarter" idx="16"/>
          </p:nvPr>
        </p:nvSpPr>
        <p:spPr>
          <a:xfrm>
            <a:off x="1109601" y="1435875"/>
            <a:ext cx="330381" cy="197683"/>
          </a:xfrm>
        </p:spPr>
        <p:txBody>
          <a:bodyPr/>
          <a:lstStyle/>
          <a:p>
            <a:r>
              <a:rPr lang="fr-FR" dirty="0"/>
              <a:t>|</a:t>
            </a:r>
          </a:p>
        </p:txBody>
      </p:sp>
      <p:sp>
        <p:nvSpPr>
          <p:cNvPr id="28" name="Espace réservé du texte 27">
            <a:extLst>
              <a:ext uri="{FF2B5EF4-FFF2-40B4-BE49-F238E27FC236}">
                <a16:creationId xmlns:a16="http://schemas.microsoft.com/office/drawing/2014/main" id="{07008C38-85CD-4DC6-874F-94E9C1A5FEED}"/>
              </a:ext>
            </a:extLst>
          </p:cNvPr>
          <p:cNvSpPr>
            <a:spLocks noGrp="1"/>
          </p:cNvSpPr>
          <p:nvPr>
            <p:ph type="body" sz="quarter" idx="21"/>
          </p:nvPr>
        </p:nvSpPr>
        <p:spPr>
          <a:xfrm>
            <a:off x="996819" y="1667163"/>
            <a:ext cx="2931231" cy="186974"/>
          </a:xfrm>
        </p:spPr>
        <p:txBody>
          <a:bodyPr/>
          <a:lstStyle/>
          <a:p>
            <a:r>
              <a:rPr lang="fr-FR" dirty="0"/>
              <a:t>Consignes</a:t>
            </a:r>
          </a:p>
        </p:txBody>
      </p:sp>
      <p:sp>
        <p:nvSpPr>
          <p:cNvPr id="29" name="Espace réservé du texte 28">
            <a:extLst>
              <a:ext uri="{FF2B5EF4-FFF2-40B4-BE49-F238E27FC236}">
                <a16:creationId xmlns:a16="http://schemas.microsoft.com/office/drawing/2014/main" id="{EF70444D-F0A9-4B70-89F3-56C57423C7F3}"/>
              </a:ext>
            </a:extLst>
          </p:cNvPr>
          <p:cNvSpPr>
            <a:spLocks noGrp="1"/>
          </p:cNvSpPr>
          <p:nvPr>
            <p:ph type="body" sz="quarter" idx="36"/>
          </p:nvPr>
        </p:nvSpPr>
        <p:spPr>
          <a:xfrm>
            <a:off x="996819" y="1115155"/>
            <a:ext cx="481264" cy="307777"/>
          </a:xfrm>
        </p:spPr>
        <p:txBody>
          <a:bodyPr/>
          <a:lstStyle/>
          <a:p>
            <a:r>
              <a:rPr lang="fr-FR" dirty="0"/>
              <a:t>01</a:t>
            </a:r>
          </a:p>
        </p:txBody>
      </p:sp>
      <p:sp>
        <p:nvSpPr>
          <p:cNvPr id="49" name="Espace réservé du texte 48">
            <a:extLst>
              <a:ext uri="{FF2B5EF4-FFF2-40B4-BE49-F238E27FC236}">
                <a16:creationId xmlns:a16="http://schemas.microsoft.com/office/drawing/2014/main" id="{1C44E625-794C-4171-A4DA-7B7D41CAA791}"/>
              </a:ext>
            </a:extLst>
          </p:cNvPr>
          <p:cNvSpPr>
            <a:spLocks noGrp="1"/>
          </p:cNvSpPr>
          <p:nvPr>
            <p:ph type="body" sz="quarter" idx="37"/>
          </p:nvPr>
        </p:nvSpPr>
        <p:spPr>
          <a:xfrm>
            <a:off x="1109601" y="2610625"/>
            <a:ext cx="330381" cy="197683"/>
          </a:xfrm>
        </p:spPr>
        <p:txBody>
          <a:bodyPr/>
          <a:lstStyle/>
          <a:p>
            <a:r>
              <a:rPr lang="fr-FR" dirty="0"/>
              <a:t>|</a:t>
            </a:r>
          </a:p>
        </p:txBody>
      </p:sp>
      <p:sp>
        <p:nvSpPr>
          <p:cNvPr id="50" name="Espace réservé du texte 49">
            <a:extLst>
              <a:ext uri="{FF2B5EF4-FFF2-40B4-BE49-F238E27FC236}">
                <a16:creationId xmlns:a16="http://schemas.microsoft.com/office/drawing/2014/main" id="{A885EACE-500F-4E33-922A-4224ED8405E4}"/>
              </a:ext>
            </a:extLst>
          </p:cNvPr>
          <p:cNvSpPr>
            <a:spLocks noGrp="1"/>
          </p:cNvSpPr>
          <p:nvPr>
            <p:ph type="body" sz="quarter" idx="38"/>
          </p:nvPr>
        </p:nvSpPr>
        <p:spPr>
          <a:xfrm>
            <a:off x="996819" y="2841913"/>
            <a:ext cx="2931231" cy="186974"/>
          </a:xfrm>
        </p:spPr>
        <p:txBody>
          <a:bodyPr/>
          <a:lstStyle/>
          <a:p>
            <a:r>
              <a:rPr lang="fr-FR" dirty="0"/>
              <a:t>Informations utiles</a:t>
            </a:r>
            <a:endParaRPr lang="da-DK" dirty="0"/>
          </a:p>
        </p:txBody>
      </p:sp>
      <p:sp>
        <p:nvSpPr>
          <p:cNvPr id="51" name="Espace réservé du texte 50">
            <a:extLst>
              <a:ext uri="{FF2B5EF4-FFF2-40B4-BE49-F238E27FC236}">
                <a16:creationId xmlns:a16="http://schemas.microsoft.com/office/drawing/2014/main" id="{1A1B9F1C-C68D-4D09-9B1E-9EC8CFBEAA74}"/>
              </a:ext>
            </a:extLst>
          </p:cNvPr>
          <p:cNvSpPr>
            <a:spLocks noGrp="1"/>
          </p:cNvSpPr>
          <p:nvPr>
            <p:ph type="body" sz="quarter" idx="39"/>
          </p:nvPr>
        </p:nvSpPr>
        <p:spPr>
          <a:xfrm>
            <a:off x="996819" y="2289905"/>
            <a:ext cx="481264" cy="307777"/>
          </a:xfrm>
        </p:spPr>
        <p:txBody>
          <a:bodyPr/>
          <a:lstStyle/>
          <a:p>
            <a:r>
              <a:rPr lang="fr-FR" dirty="0"/>
              <a:t>02</a:t>
            </a:r>
          </a:p>
        </p:txBody>
      </p:sp>
      <p:sp>
        <p:nvSpPr>
          <p:cNvPr id="52" name="Espace réservé du texte 51">
            <a:extLst>
              <a:ext uri="{FF2B5EF4-FFF2-40B4-BE49-F238E27FC236}">
                <a16:creationId xmlns:a16="http://schemas.microsoft.com/office/drawing/2014/main" id="{ACED4039-5E06-4C74-A9FD-7C54360CF939}"/>
              </a:ext>
            </a:extLst>
          </p:cNvPr>
          <p:cNvSpPr>
            <a:spLocks noGrp="1"/>
          </p:cNvSpPr>
          <p:nvPr>
            <p:ph type="body" sz="quarter" idx="43"/>
          </p:nvPr>
        </p:nvSpPr>
        <p:spPr>
          <a:xfrm>
            <a:off x="1109601" y="3791725"/>
            <a:ext cx="330381" cy="197683"/>
          </a:xfrm>
        </p:spPr>
        <p:txBody>
          <a:bodyPr/>
          <a:lstStyle/>
          <a:p>
            <a:r>
              <a:rPr lang="fr-FR" dirty="0"/>
              <a:t>|</a:t>
            </a:r>
          </a:p>
        </p:txBody>
      </p:sp>
      <p:sp>
        <p:nvSpPr>
          <p:cNvPr id="53" name="Espace réservé du texte 52">
            <a:extLst>
              <a:ext uri="{FF2B5EF4-FFF2-40B4-BE49-F238E27FC236}">
                <a16:creationId xmlns:a16="http://schemas.microsoft.com/office/drawing/2014/main" id="{3EC25125-7C0C-46F6-B175-92830570AB37}"/>
              </a:ext>
            </a:extLst>
          </p:cNvPr>
          <p:cNvSpPr>
            <a:spLocks noGrp="1"/>
          </p:cNvSpPr>
          <p:nvPr>
            <p:ph type="body" sz="quarter" idx="44"/>
          </p:nvPr>
        </p:nvSpPr>
        <p:spPr>
          <a:xfrm>
            <a:off x="996819" y="4023013"/>
            <a:ext cx="2931231" cy="602473"/>
          </a:xfrm>
        </p:spPr>
        <p:txBody>
          <a:bodyPr/>
          <a:lstStyle/>
          <a:p>
            <a:r>
              <a:rPr lang="fr-FR" dirty="0"/>
              <a:t>Description des jeux de </a:t>
            </a:r>
            <a:r>
              <a:rPr lang="fr-FR" dirty="0" smtClean="0"/>
              <a:t>données</a:t>
            </a:r>
          </a:p>
          <a:p>
            <a:r>
              <a:rPr lang="fr-FR" sz="1000" dirty="0" smtClean="0"/>
              <a:t>Les cartes</a:t>
            </a:r>
          </a:p>
          <a:p>
            <a:r>
              <a:rPr lang="fr-FR" sz="1000" dirty="0" smtClean="0"/>
              <a:t>Les navigations parfaites</a:t>
            </a:r>
          </a:p>
          <a:p>
            <a:r>
              <a:rPr lang="fr-FR" sz="1000" dirty="0" smtClean="0"/>
              <a:t>Les données d’hybridation</a:t>
            </a:r>
            <a:endParaRPr lang="da-DK" sz="1000" dirty="0"/>
          </a:p>
        </p:txBody>
      </p:sp>
      <p:sp>
        <p:nvSpPr>
          <p:cNvPr id="54" name="Espace réservé du texte 53">
            <a:extLst>
              <a:ext uri="{FF2B5EF4-FFF2-40B4-BE49-F238E27FC236}">
                <a16:creationId xmlns:a16="http://schemas.microsoft.com/office/drawing/2014/main" id="{A72DFBAF-5210-4EF2-BAF4-66365B802F03}"/>
              </a:ext>
            </a:extLst>
          </p:cNvPr>
          <p:cNvSpPr>
            <a:spLocks noGrp="1"/>
          </p:cNvSpPr>
          <p:nvPr>
            <p:ph type="body" sz="quarter" idx="45"/>
          </p:nvPr>
        </p:nvSpPr>
        <p:spPr>
          <a:xfrm>
            <a:off x="996819" y="3471005"/>
            <a:ext cx="481264" cy="307777"/>
          </a:xfrm>
        </p:spPr>
        <p:txBody>
          <a:bodyPr/>
          <a:lstStyle/>
          <a:p>
            <a:r>
              <a:rPr lang="fr-FR" dirty="0"/>
              <a:t>03</a:t>
            </a:r>
          </a:p>
        </p:txBody>
      </p:sp>
      <p:sp>
        <p:nvSpPr>
          <p:cNvPr id="74" name="Espace réservé du texte 73">
            <a:extLst>
              <a:ext uri="{FF2B5EF4-FFF2-40B4-BE49-F238E27FC236}">
                <a16:creationId xmlns:a16="http://schemas.microsoft.com/office/drawing/2014/main" id="{915339E6-7F6B-4E49-9245-CAF2C41E3B43}"/>
              </a:ext>
            </a:extLst>
          </p:cNvPr>
          <p:cNvSpPr>
            <a:spLocks noGrp="1"/>
          </p:cNvSpPr>
          <p:nvPr>
            <p:ph type="body" sz="quarter" idx="46"/>
          </p:nvPr>
        </p:nvSpPr>
        <p:spPr>
          <a:xfrm>
            <a:off x="4775793" y="1435875"/>
            <a:ext cx="330381" cy="197683"/>
          </a:xfrm>
        </p:spPr>
        <p:txBody>
          <a:bodyPr/>
          <a:lstStyle/>
          <a:p>
            <a:r>
              <a:rPr lang="fr-FR" dirty="0"/>
              <a:t>|</a:t>
            </a:r>
          </a:p>
        </p:txBody>
      </p:sp>
      <p:sp>
        <p:nvSpPr>
          <p:cNvPr id="75" name="Espace réservé du texte 74">
            <a:extLst>
              <a:ext uri="{FF2B5EF4-FFF2-40B4-BE49-F238E27FC236}">
                <a16:creationId xmlns:a16="http://schemas.microsoft.com/office/drawing/2014/main" id="{13CA2A6C-BA8E-4C56-81D7-5EA90D35EC29}"/>
              </a:ext>
            </a:extLst>
          </p:cNvPr>
          <p:cNvSpPr>
            <a:spLocks noGrp="1"/>
          </p:cNvSpPr>
          <p:nvPr>
            <p:ph type="body" sz="quarter" idx="47"/>
          </p:nvPr>
        </p:nvSpPr>
        <p:spPr>
          <a:xfrm>
            <a:off x="4663011" y="1667163"/>
            <a:ext cx="3469312" cy="650947"/>
          </a:xfrm>
        </p:spPr>
        <p:txBody>
          <a:bodyPr/>
          <a:lstStyle/>
          <a:p>
            <a:r>
              <a:rPr lang="fr-FR" dirty="0"/>
              <a:t>Description des packages nécessaires à la bonne exécution des </a:t>
            </a:r>
            <a:r>
              <a:rPr lang="fr-FR" dirty="0" smtClean="0"/>
              <a:t>scripts</a:t>
            </a:r>
          </a:p>
          <a:p>
            <a:r>
              <a:rPr lang="fr-FR" sz="1000" dirty="0" smtClean="0"/>
              <a:t>Packages à installer</a:t>
            </a:r>
          </a:p>
          <a:p>
            <a:r>
              <a:rPr lang="fr-FR" sz="1000" dirty="0" smtClean="0"/>
              <a:t>Packages natifs</a:t>
            </a:r>
            <a:endParaRPr lang="fr-FR" sz="1000" dirty="0"/>
          </a:p>
        </p:txBody>
      </p:sp>
      <p:sp>
        <p:nvSpPr>
          <p:cNvPr id="76" name="Espace réservé du texte 75">
            <a:extLst>
              <a:ext uri="{FF2B5EF4-FFF2-40B4-BE49-F238E27FC236}">
                <a16:creationId xmlns:a16="http://schemas.microsoft.com/office/drawing/2014/main" id="{CA3EB1FC-7692-4ADC-AE22-A712F30E74ED}"/>
              </a:ext>
            </a:extLst>
          </p:cNvPr>
          <p:cNvSpPr>
            <a:spLocks noGrp="1"/>
          </p:cNvSpPr>
          <p:nvPr>
            <p:ph type="body" sz="quarter" idx="48"/>
          </p:nvPr>
        </p:nvSpPr>
        <p:spPr>
          <a:xfrm>
            <a:off x="4663011" y="1115155"/>
            <a:ext cx="481264" cy="307777"/>
          </a:xfrm>
        </p:spPr>
        <p:txBody>
          <a:bodyPr/>
          <a:lstStyle/>
          <a:p>
            <a:r>
              <a:rPr lang="fr-FR" dirty="0"/>
              <a:t>04</a:t>
            </a:r>
          </a:p>
        </p:txBody>
      </p:sp>
      <p:sp>
        <p:nvSpPr>
          <p:cNvPr id="77" name="Espace réservé du texte 76">
            <a:extLst>
              <a:ext uri="{FF2B5EF4-FFF2-40B4-BE49-F238E27FC236}">
                <a16:creationId xmlns:a16="http://schemas.microsoft.com/office/drawing/2014/main" id="{B2B036D9-5063-4C92-A7F1-15E836C514A4}"/>
              </a:ext>
            </a:extLst>
          </p:cNvPr>
          <p:cNvSpPr>
            <a:spLocks noGrp="1"/>
          </p:cNvSpPr>
          <p:nvPr>
            <p:ph type="body" sz="quarter" idx="49"/>
          </p:nvPr>
        </p:nvSpPr>
        <p:spPr>
          <a:xfrm>
            <a:off x="4775793" y="2610625"/>
            <a:ext cx="330381" cy="197683"/>
          </a:xfrm>
        </p:spPr>
        <p:txBody>
          <a:bodyPr/>
          <a:lstStyle/>
          <a:p>
            <a:r>
              <a:rPr lang="fr-FR" dirty="0"/>
              <a:t>|</a:t>
            </a:r>
          </a:p>
        </p:txBody>
      </p:sp>
      <p:sp>
        <p:nvSpPr>
          <p:cNvPr id="78" name="Espace réservé du texte 77">
            <a:extLst>
              <a:ext uri="{FF2B5EF4-FFF2-40B4-BE49-F238E27FC236}">
                <a16:creationId xmlns:a16="http://schemas.microsoft.com/office/drawing/2014/main" id="{A5112486-FB9E-4D84-A18F-70CEA2DF133C}"/>
              </a:ext>
            </a:extLst>
          </p:cNvPr>
          <p:cNvSpPr>
            <a:spLocks noGrp="1"/>
          </p:cNvSpPr>
          <p:nvPr>
            <p:ph type="body" sz="quarter" idx="50"/>
          </p:nvPr>
        </p:nvSpPr>
        <p:spPr>
          <a:xfrm>
            <a:off x="4663011" y="2841913"/>
            <a:ext cx="3469312" cy="186974"/>
          </a:xfrm>
        </p:spPr>
        <p:txBody>
          <a:bodyPr/>
          <a:lstStyle/>
          <a:p>
            <a:r>
              <a:rPr lang="fr-FR" dirty="0" smtClean="0"/>
              <a:t>Attendu pour la soutenance et évaluation</a:t>
            </a:r>
            <a:endParaRPr lang="fr-FR" dirty="0"/>
          </a:p>
        </p:txBody>
      </p:sp>
      <p:sp>
        <p:nvSpPr>
          <p:cNvPr id="79" name="Espace réservé du texte 78">
            <a:extLst>
              <a:ext uri="{FF2B5EF4-FFF2-40B4-BE49-F238E27FC236}">
                <a16:creationId xmlns:a16="http://schemas.microsoft.com/office/drawing/2014/main" id="{D016379E-0F0B-4216-892E-F77797B8E182}"/>
              </a:ext>
            </a:extLst>
          </p:cNvPr>
          <p:cNvSpPr>
            <a:spLocks noGrp="1"/>
          </p:cNvSpPr>
          <p:nvPr>
            <p:ph type="body" sz="quarter" idx="51"/>
          </p:nvPr>
        </p:nvSpPr>
        <p:spPr>
          <a:xfrm>
            <a:off x="4663011" y="2289905"/>
            <a:ext cx="481264" cy="307777"/>
          </a:xfrm>
        </p:spPr>
        <p:txBody>
          <a:bodyPr/>
          <a:lstStyle/>
          <a:p>
            <a:r>
              <a:rPr lang="fr-FR" dirty="0"/>
              <a:t>05</a:t>
            </a:r>
          </a:p>
        </p:txBody>
      </p:sp>
      <p:sp>
        <p:nvSpPr>
          <p:cNvPr id="80" name="Espace réservé du texte 79">
            <a:extLst>
              <a:ext uri="{FF2B5EF4-FFF2-40B4-BE49-F238E27FC236}">
                <a16:creationId xmlns:a16="http://schemas.microsoft.com/office/drawing/2014/main" id="{1FD5E315-3B8F-4B8F-B76E-A67FC3BC11E2}"/>
              </a:ext>
            </a:extLst>
          </p:cNvPr>
          <p:cNvSpPr>
            <a:spLocks noGrp="1"/>
          </p:cNvSpPr>
          <p:nvPr>
            <p:ph type="body" sz="quarter" idx="52"/>
          </p:nvPr>
        </p:nvSpPr>
        <p:spPr>
          <a:xfrm>
            <a:off x="4775793" y="3791725"/>
            <a:ext cx="330381" cy="197683"/>
          </a:xfrm>
        </p:spPr>
        <p:txBody>
          <a:bodyPr/>
          <a:lstStyle/>
          <a:p>
            <a:r>
              <a:rPr lang="fr-FR" dirty="0"/>
              <a:t>|</a:t>
            </a:r>
          </a:p>
        </p:txBody>
      </p:sp>
      <p:sp>
        <p:nvSpPr>
          <p:cNvPr id="81" name="Espace réservé du texte 80">
            <a:extLst>
              <a:ext uri="{FF2B5EF4-FFF2-40B4-BE49-F238E27FC236}">
                <a16:creationId xmlns:a16="http://schemas.microsoft.com/office/drawing/2014/main" id="{95C1726E-6574-48B8-A571-6BF3CE6E962D}"/>
              </a:ext>
            </a:extLst>
          </p:cNvPr>
          <p:cNvSpPr>
            <a:spLocks noGrp="1"/>
          </p:cNvSpPr>
          <p:nvPr>
            <p:ph type="body" sz="quarter" idx="53"/>
          </p:nvPr>
        </p:nvSpPr>
        <p:spPr>
          <a:xfrm>
            <a:off x="4663011" y="4023013"/>
            <a:ext cx="3469312" cy="373949"/>
          </a:xfrm>
        </p:spPr>
        <p:txBody>
          <a:bodyPr/>
          <a:lstStyle/>
          <a:p>
            <a:r>
              <a:rPr lang="fr-FR" dirty="0" smtClean="0"/>
              <a:t>Mise en place du nouveau jeu de données lors de la soutenance</a:t>
            </a:r>
            <a:endParaRPr lang="fr-FR" dirty="0"/>
          </a:p>
        </p:txBody>
      </p:sp>
      <p:sp>
        <p:nvSpPr>
          <p:cNvPr id="82" name="Espace réservé du texte 81">
            <a:extLst>
              <a:ext uri="{FF2B5EF4-FFF2-40B4-BE49-F238E27FC236}">
                <a16:creationId xmlns:a16="http://schemas.microsoft.com/office/drawing/2014/main" id="{1CCDC5AF-9D3D-4F82-8D0D-5D696B069AC4}"/>
              </a:ext>
            </a:extLst>
          </p:cNvPr>
          <p:cNvSpPr>
            <a:spLocks noGrp="1"/>
          </p:cNvSpPr>
          <p:nvPr>
            <p:ph type="body" sz="quarter" idx="54"/>
          </p:nvPr>
        </p:nvSpPr>
        <p:spPr>
          <a:xfrm>
            <a:off x="4663011" y="3471005"/>
            <a:ext cx="481264" cy="307777"/>
          </a:xfrm>
        </p:spPr>
        <p:txBody>
          <a:bodyPr/>
          <a:lstStyle/>
          <a:p>
            <a:r>
              <a:rPr lang="fr-FR" dirty="0"/>
              <a:t>06</a:t>
            </a:r>
          </a:p>
        </p:txBody>
      </p:sp>
      <p:sp>
        <p:nvSpPr>
          <p:cNvPr id="2" name="Espace réservé du pied de page 1">
            <a:extLst>
              <a:ext uri="{FF2B5EF4-FFF2-40B4-BE49-F238E27FC236}">
                <a16:creationId xmlns:a16="http://schemas.microsoft.com/office/drawing/2014/main" id="{791D3496-1F2F-9AC7-717B-740F04EEAD9C}"/>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73" name="Titre 72">
            <a:extLst>
              <a:ext uri="{FF2B5EF4-FFF2-40B4-BE49-F238E27FC236}">
                <a16:creationId xmlns:a16="http://schemas.microsoft.com/office/drawing/2014/main" id="{A2C8C597-F841-4B74-9B3D-8CACC2F82244}"/>
              </a:ext>
            </a:extLst>
          </p:cNvPr>
          <p:cNvSpPr>
            <a:spLocks noGrp="1"/>
          </p:cNvSpPr>
          <p:nvPr>
            <p:ph type="title"/>
          </p:nvPr>
        </p:nvSpPr>
        <p:spPr/>
        <p:txBody>
          <a:bodyPr/>
          <a:lstStyle/>
          <a:p>
            <a:r>
              <a:rPr lang="fr-FR" dirty="0" smtClean="0"/>
              <a:t>Agenda</a:t>
            </a:r>
            <a:endParaRPr lang="fr-FR" dirty="0"/>
          </a:p>
        </p:txBody>
      </p:sp>
    </p:spTree>
    <p:extLst>
      <p:ext uri="{BB962C8B-B14F-4D97-AF65-F5344CB8AC3E}">
        <p14:creationId xmlns:p14="http://schemas.microsoft.com/office/powerpoint/2010/main" val="62168776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021183" cy="1693359"/>
          </a:xfrm>
        </p:spPr>
        <p:txBody>
          <a:bodyPr/>
          <a:lstStyle/>
          <a:p>
            <a:r>
              <a:rPr lang="fr-FR" dirty="0"/>
              <a:t>Consignes</a:t>
            </a:r>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1</a:t>
            </a:r>
          </a:p>
        </p:txBody>
      </p:sp>
    </p:spTree>
    <p:extLst>
      <p:ext uri="{BB962C8B-B14F-4D97-AF65-F5344CB8AC3E}">
        <p14:creationId xmlns:p14="http://schemas.microsoft.com/office/powerpoint/2010/main" val="346233567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8851768" cy="3622675"/>
          </a:xfrm>
          <a:ln>
            <a:noFill/>
          </a:ln>
        </p:spPr>
        <p:txBody>
          <a:bodyPr/>
          <a:lstStyle/>
          <a:p>
            <a:pPr marL="0" indent="0">
              <a:buNone/>
            </a:pPr>
            <a:r>
              <a:rPr lang="fr-FR" dirty="0" smtClean="0"/>
              <a:t>Votre premier objectif </a:t>
            </a:r>
            <a:r>
              <a:rPr lang="fr-FR" dirty="0"/>
              <a:t>est de retracer une navigation. </a:t>
            </a:r>
          </a:p>
          <a:p>
            <a:pPr marL="0" indent="0">
              <a:buNone/>
            </a:pPr>
            <a:r>
              <a:rPr lang="fr-FR" b="0" dirty="0"/>
              <a:t>Pour commencer, vous allez tracer </a:t>
            </a:r>
            <a:r>
              <a:rPr lang="fr-FR" b="0" dirty="0" smtClean="0"/>
              <a:t>une première navigation. </a:t>
            </a:r>
            <a:r>
              <a:rPr lang="fr-FR" b="0" dirty="0"/>
              <a:t>Il suffit d’exécuter les deux scripts principaux l’un après l’autre. </a:t>
            </a:r>
          </a:p>
          <a:p>
            <a:pPr marL="0" indent="0">
              <a:buNone/>
            </a:pPr>
            <a:r>
              <a:rPr lang="fr-FR" b="0" dirty="0"/>
              <a:t>Premièrement, se diriger dans le script intitulé « MAIN_calcul_nav.py ».</a:t>
            </a:r>
          </a:p>
          <a:p>
            <a:pPr marL="0" indent="0">
              <a:buNone/>
            </a:pPr>
            <a:r>
              <a:rPr lang="fr-FR" b="0" dirty="0"/>
              <a:t>Ici, vous devez sélectionner l’hybridation qui vous a été assignée, ainsi que l’essai voulu. C’est en modifiant les variables </a:t>
            </a:r>
            <a:r>
              <a:rPr lang="fr-FR" b="0" dirty="0" smtClean="0"/>
              <a:t>CHOIX_HYB </a:t>
            </a:r>
            <a:r>
              <a:rPr lang="fr-FR" b="0" dirty="0"/>
              <a:t>et CHOIX_TRAJ avec les options disponibles que vous pourrez faire ceci. (Ici, j’ai sélectionné l’hybridation </a:t>
            </a:r>
            <a:r>
              <a:rPr lang="fr-FR" b="0" dirty="0" err="1"/>
              <a:t>zupt</a:t>
            </a:r>
            <a:r>
              <a:rPr lang="fr-FR" b="0" dirty="0"/>
              <a:t> et l’essai de la boucle). </a:t>
            </a:r>
          </a:p>
          <a:p>
            <a:pPr marL="0" indent="0">
              <a:buNone/>
            </a:pPr>
            <a:r>
              <a:rPr lang="fr-FR" b="0" dirty="0"/>
              <a:t>Vous pouvez ensuite exécuter le script et en vérifier le bon avancement à l’aide de la barre de progression que vous pouvez voir ci-dessous.</a:t>
            </a:r>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Consignes</a:t>
            </a:r>
          </a:p>
        </p:txBody>
      </p:sp>
      <p:pic>
        <p:nvPicPr>
          <p:cNvPr id="8" name="Image 7"/>
          <p:cNvPicPr>
            <a:picLocks noChangeAspect="1"/>
          </p:cNvPicPr>
          <p:nvPr/>
        </p:nvPicPr>
        <p:blipFill rotWithShape="1">
          <a:blip r:embed="rId2"/>
          <a:srcRect l="58977" t="49420" r="1448" b="20213"/>
          <a:stretch/>
        </p:blipFill>
        <p:spPr>
          <a:xfrm>
            <a:off x="4900138" y="3233979"/>
            <a:ext cx="3819405" cy="1366549"/>
          </a:xfrm>
          <a:prstGeom prst="rect">
            <a:avLst/>
          </a:prstGeom>
        </p:spPr>
      </p:pic>
      <p:pic>
        <p:nvPicPr>
          <p:cNvPr id="2" name="Image 1"/>
          <p:cNvPicPr>
            <a:picLocks noChangeAspect="1"/>
          </p:cNvPicPr>
          <p:nvPr/>
        </p:nvPicPr>
        <p:blipFill>
          <a:blip r:embed="rId3"/>
          <a:stretch>
            <a:fillRect/>
          </a:stretch>
        </p:blipFill>
        <p:spPr>
          <a:xfrm>
            <a:off x="580430" y="3464800"/>
            <a:ext cx="3895251" cy="904905"/>
          </a:xfrm>
          <a:prstGeom prst="rect">
            <a:avLst/>
          </a:prstGeom>
        </p:spPr>
      </p:pic>
    </p:spTree>
    <p:extLst>
      <p:ext uri="{BB962C8B-B14F-4D97-AF65-F5344CB8AC3E}">
        <p14:creationId xmlns:p14="http://schemas.microsoft.com/office/powerpoint/2010/main" val="349425080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62750" y="1201367"/>
            <a:ext cx="9081250" cy="3622675"/>
          </a:xfrm>
          <a:ln>
            <a:noFill/>
          </a:ln>
        </p:spPr>
        <p:txBody>
          <a:bodyPr>
            <a:normAutofit/>
          </a:bodyPr>
          <a:lstStyle/>
          <a:p>
            <a:r>
              <a:rPr lang="fr-FR" b="0" dirty="0"/>
              <a:t>Une fois que le script a été exécuté correctement, vous aurez à votre disposition, dans le répertoire des scripts, 2 fichiers de données sous format « .mat ». Ces fichiers contiennent ces données calculées et seront appelés par la suite dans le fichier principal de tracé</a:t>
            </a:r>
            <a:r>
              <a:rPr lang="fr-FR" b="0" dirty="0" smtClean="0"/>
              <a:t>.</a:t>
            </a:r>
          </a:p>
          <a:p>
            <a:pPr marL="0" indent="0">
              <a:buNone/>
            </a:pPr>
            <a:endParaRPr lang="fr-FR" dirty="0"/>
          </a:p>
          <a:p>
            <a:r>
              <a:rPr lang="fr-FR" u="sng" dirty="0"/>
              <a:t>IMPORTANT </a:t>
            </a:r>
            <a:r>
              <a:rPr lang="fr-FR" dirty="0"/>
              <a:t>: </a:t>
            </a:r>
            <a:r>
              <a:rPr lang="fr-FR" dirty="0" smtClean="0"/>
              <a:t>- </a:t>
            </a:r>
            <a:r>
              <a:rPr lang="fr-FR" b="0" dirty="0" smtClean="0"/>
              <a:t>Le </a:t>
            </a:r>
            <a:r>
              <a:rPr lang="fr-FR" b="0" dirty="0"/>
              <a:t>premier fichier binaire </a:t>
            </a:r>
            <a:r>
              <a:rPr lang="fr-FR" b="0" dirty="0" smtClean="0"/>
              <a:t>intitulé «</a:t>
            </a:r>
            <a:r>
              <a:rPr lang="fr-FR" b="0" dirty="0"/>
              <a:t> </a:t>
            </a:r>
            <a:r>
              <a:rPr lang="fr-FR" b="0" dirty="0" err="1"/>
              <a:t>Nav_calculee_etudiants_pour_prof.mat</a:t>
            </a:r>
            <a:r>
              <a:rPr lang="fr-FR" b="0" dirty="0"/>
              <a:t> </a:t>
            </a:r>
            <a:r>
              <a:rPr lang="fr-FR" b="0" dirty="0" smtClean="0"/>
              <a:t>» 		ne doit </a:t>
            </a:r>
            <a:r>
              <a:rPr lang="fr-FR" dirty="0"/>
              <a:t>PAS</a:t>
            </a:r>
            <a:r>
              <a:rPr lang="fr-FR" b="0" dirty="0"/>
              <a:t> </a:t>
            </a:r>
            <a:r>
              <a:rPr lang="fr-FR" b="0" dirty="0" smtClean="0"/>
              <a:t>être modifié. Veillez donc à ne </a:t>
            </a:r>
            <a:r>
              <a:rPr lang="fr-FR" b="0" dirty="0"/>
              <a:t>pas toucher à la liste nommée </a:t>
            </a:r>
            <a:r>
              <a:rPr lang="fr-FR" b="0" dirty="0" smtClean="0"/>
              <a:t>	«</a:t>
            </a:r>
            <a:r>
              <a:rPr lang="fr-FR" b="0" dirty="0"/>
              <a:t> </a:t>
            </a:r>
            <a:r>
              <a:rPr lang="fr-FR" b="0" dirty="0" err="1"/>
              <a:t>to_keep</a:t>
            </a:r>
            <a:r>
              <a:rPr lang="fr-FR" b="0" dirty="0"/>
              <a:t> » ainsi qu’à la définition du dictionnaire « </a:t>
            </a:r>
            <a:r>
              <a:rPr lang="fr-FR" b="0" dirty="0" err="1"/>
              <a:t>nav_prof</a:t>
            </a:r>
            <a:r>
              <a:rPr lang="fr-FR" b="0" dirty="0"/>
              <a:t> </a:t>
            </a:r>
            <a:r>
              <a:rPr lang="fr-FR" b="0" dirty="0" smtClean="0"/>
              <a:t>» s’il </a:t>
            </a:r>
            <a:r>
              <a:rPr lang="fr-FR" b="0" dirty="0"/>
              <a:t>vous plait</a:t>
            </a:r>
            <a:r>
              <a:rPr lang="fr-FR" b="0" dirty="0" smtClean="0"/>
              <a:t>.</a:t>
            </a:r>
          </a:p>
          <a:p>
            <a:endParaRPr lang="fr-FR" b="0" dirty="0"/>
          </a:p>
          <a:p>
            <a:pPr marL="0" indent="0">
              <a:buNone/>
            </a:pPr>
            <a:r>
              <a:rPr lang="fr-FR" b="0" dirty="0"/>
              <a:t>	  </a:t>
            </a:r>
            <a:r>
              <a:rPr lang="fr-FR" b="0" dirty="0" smtClean="0"/>
              <a:t> - Si </a:t>
            </a:r>
            <a:r>
              <a:rPr lang="fr-FR" b="0" dirty="0"/>
              <a:t>vous souhaitez rajouter certaines de vos données pour les passer dans le script de calcul, ajoutez les dans le fichier </a:t>
            </a:r>
            <a:r>
              <a:rPr lang="fr-FR" b="0" dirty="0" smtClean="0"/>
              <a:t>intitulé «</a:t>
            </a:r>
            <a:r>
              <a:rPr lang="fr-FR" b="0" dirty="0"/>
              <a:t>  </a:t>
            </a:r>
            <a:r>
              <a:rPr lang="fr-FR" b="0" dirty="0" err="1"/>
              <a:t>Nav_calculee_etudiants_modifiable.mat</a:t>
            </a:r>
            <a:r>
              <a:rPr lang="fr-FR" b="0" dirty="0"/>
              <a:t>  » de la même manière que les données déjà présentes dans celui-ci.</a:t>
            </a:r>
          </a:p>
          <a:p>
            <a:pPr fontAlgn="auto">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smtClean="0"/>
              <a:t>Consignes</a:t>
            </a:r>
            <a:endParaRPr lang="fr-FR" dirty="0"/>
          </a:p>
        </p:txBody>
      </p:sp>
    </p:spTree>
    <p:extLst>
      <p:ext uri="{BB962C8B-B14F-4D97-AF65-F5344CB8AC3E}">
        <p14:creationId xmlns:p14="http://schemas.microsoft.com/office/powerpoint/2010/main" val="1622161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5226" y="1136659"/>
            <a:ext cx="8758778" cy="3622675"/>
          </a:xfrm>
          <a:ln>
            <a:noFill/>
          </a:ln>
        </p:spPr>
        <p:txBody>
          <a:bodyPr/>
          <a:lstStyle/>
          <a:p>
            <a:r>
              <a:rPr lang="fr-FR" b="0" dirty="0"/>
              <a:t>Passez ensuite au script « MAIN_trace_nav.py » afin de visualiser votre navigation.</a:t>
            </a:r>
          </a:p>
          <a:p>
            <a:r>
              <a:rPr lang="fr-FR" b="0" dirty="0"/>
              <a:t>De même que précédemment vous devez modifier l’essai que vous avez sélectionné pour correspondre à l’essai choisi </a:t>
            </a:r>
            <a:r>
              <a:rPr lang="fr-FR" b="0" dirty="0" smtClean="0"/>
              <a:t>précédemment ainsi qu’un booléen permettant de savoir si vous souhaitez enregistrer les figures de sortie ou non.</a:t>
            </a:r>
            <a:endParaRPr lang="fr-FR" b="0" dirty="0"/>
          </a:p>
          <a:p>
            <a:endParaRPr lang="fr-FR" dirty="0"/>
          </a:p>
          <a:p>
            <a:endParaRPr lang="fr-FR" dirty="0"/>
          </a:p>
          <a:p>
            <a:endParaRPr lang="fr-FR" dirty="0" smtClean="0"/>
          </a:p>
          <a:p>
            <a:endParaRPr lang="fr-FR" dirty="0"/>
          </a:p>
          <a:p>
            <a:r>
              <a:rPr lang="fr-FR" b="0" dirty="0"/>
              <a:t>Ensuite vous pouvez exécuter le script et visualiser les différentes figures. </a:t>
            </a:r>
            <a:r>
              <a:rPr lang="fr-FR" b="0" dirty="0" smtClean="0"/>
              <a:t>Ainsi, </a:t>
            </a:r>
            <a:r>
              <a:rPr lang="fr-FR" b="0" dirty="0"/>
              <a:t>vous </a:t>
            </a:r>
            <a:r>
              <a:rPr lang="fr-FR" b="0" dirty="0" smtClean="0"/>
              <a:t>obtiendrez </a:t>
            </a:r>
            <a:r>
              <a:rPr lang="fr-FR" b="0" dirty="0"/>
              <a:t>la </a:t>
            </a:r>
            <a:r>
              <a:rPr lang="fr-FR" b="0" dirty="0" smtClean="0"/>
              <a:t>navigation, les </a:t>
            </a:r>
            <a:r>
              <a:rPr lang="fr-FR" b="0" dirty="0"/>
              <a:t>vitesses, attitudes et différents écarts dans </a:t>
            </a:r>
            <a:r>
              <a:rPr lang="fr-FR" b="0" dirty="0" smtClean="0"/>
              <a:t>des fenêtres </a:t>
            </a:r>
            <a:r>
              <a:rPr lang="fr-FR" b="0" dirty="0"/>
              <a:t>de votre navigateur. </a:t>
            </a:r>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smtClean="0"/>
              <a:t>Consignes</a:t>
            </a:r>
            <a:endParaRPr lang="fr-FR" dirty="0"/>
          </a:p>
        </p:txBody>
      </p:sp>
      <p:pic>
        <p:nvPicPr>
          <p:cNvPr id="3" name="Image 2"/>
          <p:cNvPicPr>
            <a:picLocks noChangeAspect="1"/>
          </p:cNvPicPr>
          <p:nvPr/>
        </p:nvPicPr>
        <p:blipFill>
          <a:blip r:embed="rId2"/>
          <a:stretch>
            <a:fillRect/>
          </a:stretch>
        </p:blipFill>
        <p:spPr>
          <a:xfrm>
            <a:off x="2342084" y="2357113"/>
            <a:ext cx="4466256" cy="989943"/>
          </a:xfrm>
          <a:prstGeom prst="rect">
            <a:avLst/>
          </a:prstGeom>
        </p:spPr>
      </p:pic>
    </p:spTree>
    <p:extLst>
      <p:ext uri="{BB962C8B-B14F-4D97-AF65-F5344CB8AC3E}">
        <p14:creationId xmlns:p14="http://schemas.microsoft.com/office/powerpoint/2010/main" val="8788320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5226" y="832217"/>
            <a:ext cx="8634792" cy="3972258"/>
          </a:xfrm>
          <a:ln>
            <a:noFill/>
          </a:ln>
        </p:spPr>
        <p:txBody>
          <a:bodyPr>
            <a:normAutofit fontScale="85000" lnSpcReduction="20000"/>
          </a:bodyPr>
          <a:lstStyle/>
          <a:p>
            <a:r>
              <a:rPr lang="fr-FR" b="0" dirty="0"/>
              <a:t>Si vous avez sélectionné l’essai de la boucle ainsi que l’hybridation </a:t>
            </a:r>
            <a:r>
              <a:rPr lang="fr-FR" b="0" dirty="0" err="1"/>
              <a:t>zupt</a:t>
            </a:r>
            <a:r>
              <a:rPr lang="fr-FR" b="0" dirty="0"/>
              <a:t>, vous </a:t>
            </a:r>
            <a:r>
              <a:rPr lang="fr-FR" b="0" dirty="0" smtClean="0"/>
              <a:t>avez </a:t>
            </a:r>
            <a:r>
              <a:rPr lang="fr-FR" b="0" dirty="0"/>
              <a:t>seulement des données </a:t>
            </a:r>
            <a:r>
              <a:rPr lang="fr-FR" b="0" dirty="0" smtClean="0"/>
              <a:t>inertielles et donc pas </a:t>
            </a:r>
            <a:r>
              <a:rPr lang="fr-FR" b="0" dirty="0"/>
              <a:t>de données non </a:t>
            </a:r>
            <a:r>
              <a:rPr lang="fr-FR" b="0" dirty="0" smtClean="0"/>
              <a:t>inertielles. (ce que vous pouvez vérifier en regardant dans le dictionnaire « </a:t>
            </a:r>
            <a:r>
              <a:rPr lang="fr-FR" b="0" dirty="0" err="1" smtClean="0"/>
              <a:t>contenu_non_inertiel</a:t>
            </a:r>
            <a:r>
              <a:rPr lang="fr-FR" b="0" dirty="0" smtClean="0"/>
              <a:t> »)</a:t>
            </a:r>
            <a:endParaRPr lang="fr-FR" b="0" dirty="0"/>
          </a:p>
          <a:p>
            <a:r>
              <a:rPr lang="fr-FR" b="0" dirty="0"/>
              <a:t>La navigation ressemblera à </a:t>
            </a:r>
            <a:r>
              <a:rPr lang="fr-FR" b="0" dirty="0" smtClean="0"/>
              <a:t>ceci, </a:t>
            </a:r>
            <a:r>
              <a:rPr lang="fr-FR" b="0" dirty="0"/>
              <a:t>si vous avez mis les mêmes paramètres </a:t>
            </a:r>
            <a:r>
              <a:rPr lang="fr-FR" b="0" dirty="0" smtClean="0"/>
              <a:t>qui </a:t>
            </a:r>
            <a:r>
              <a:rPr lang="fr-FR" b="0" dirty="0"/>
              <a:t>vous </a:t>
            </a:r>
            <a:r>
              <a:rPr lang="fr-FR" b="0" dirty="0" smtClean="0"/>
              <a:t>ont </a:t>
            </a:r>
            <a:r>
              <a:rPr lang="fr-FR" b="0" dirty="0"/>
              <a:t>été </a:t>
            </a:r>
            <a:r>
              <a:rPr lang="fr-FR" b="0" dirty="0" smtClean="0"/>
              <a:t>présentés </a:t>
            </a:r>
            <a:r>
              <a:rPr lang="fr-FR" b="0" dirty="0"/>
              <a:t>:</a:t>
            </a:r>
          </a:p>
          <a:p>
            <a:endParaRPr lang="fr-FR" b="0" dirty="0"/>
          </a:p>
          <a:p>
            <a:endParaRPr lang="fr-FR" b="0" dirty="0"/>
          </a:p>
          <a:p>
            <a:endParaRPr lang="fr-FR" b="0" dirty="0"/>
          </a:p>
          <a:p>
            <a:endParaRPr lang="fr-FR" b="0" dirty="0"/>
          </a:p>
          <a:p>
            <a:endParaRPr lang="fr-FR" b="0" dirty="0"/>
          </a:p>
          <a:p>
            <a:endParaRPr lang="fr-FR" b="0" dirty="0"/>
          </a:p>
          <a:p>
            <a:endParaRPr lang="fr-FR" b="0" dirty="0"/>
          </a:p>
          <a:p>
            <a:endParaRPr lang="fr-FR" b="0" dirty="0"/>
          </a:p>
          <a:p>
            <a:endParaRPr lang="fr-FR" b="0" dirty="0"/>
          </a:p>
          <a:p>
            <a:endParaRPr lang="fr-FR" b="0" dirty="0"/>
          </a:p>
          <a:p>
            <a:endParaRPr lang="fr-FR" b="0" dirty="0"/>
          </a:p>
          <a:p>
            <a:r>
              <a:rPr lang="fr-FR" b="0" dirty="0"/>
              <a:t>La navigation en bleu est la navigation parfaite, celle en rouge est la navigation que vous calculez. Pour le moment, le calcul réalisé est fortement erroné… à vous de faire mieux </a:t>
            </a:r>
            <a:r>
              <a:rPr lang="fr-FR" b="0" dirty="0">
                <a:sym typeface="Wingdings" panose="05000000000000000000" pitchFamily="2" charset="2"/>
              </a:rPr>
              <a:t></a:t>
            </a:r>
            <a:endParaRPr lang="fr-FR" b="0" dirty="0"/>
          </a:p>
          <a:p>
            <a:pPr fontAlgn="auto">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smtClean="0"/>
              <a:t>Consignes</a:t>
            </a:r>
            <a:endParaRPr lang="fr-FR" dirty="0"/>
          </a:p>
        </p:txBody>
      </p:sp>
      <p:pic>
        <p:nvPicPr>
          <p:cNvPr id="7" name="Image 6"/>
          <p:cNvPicPr>
            <a:picLocks noChangeAspect="1"/>
          </p:cNvPicPr>
          <p:nvPr/>
        </p:nvPicPr>
        <p:blipFill>
          <a:blip r:embed="rId2"/>
          <a:stretch>
            <a:fillRect/>
          </a:stretch>
        </p:blipFill>
        <p:spPr>
          <a:xfrm>
            <a:off x="1600560" y="1703899"/>
            <a:ext cx="5949304" cy="2606889"/>
          </a:xfrm>
          <a:prstGeom prst="rect">
            <a:avLst/>
          </a:prstGeom>
        </p:spPr>
      </p:pic>
    </p:spTree>
    <p:extLst>
      <p:ext uri="{BB962C8B-B14F-4D97-AF65-F5344CB8AC3E}">
        <p14:creationId xmlns:p14="http://schemas.microsoft.com/office/powerpoint/2010/main" val="314822610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1395984"/>
            <a:ext cx="8686453" cy="2412674"/>
          </a:xfrm>
          <a:ln>
            <a:noFill/>
          </a:ln>
        </p:spPr>
        <p:txBody>
          <a:bodyPr>
            <a:normAutofit/>
          </a:bodyPr>
          <a:lstStyle/>
          <a:p>
            <a:r>
              <a:rPr lang="fr-FR" sz="1400" b="0" dirty="0"/>
              <a:t>Une fois que vous avez tracé cette première navigation, </a:t>
            </a:r>
            <a:r>
              <a:rPr lang="fr-FR" sz="1400" dirty="0"/>
              <a:t>C’EST À VOUS ! </a:t>
            </a:r>
          </a:p>
          <a:p>
            <a:endParaRPr lang="fr-FR" sz="1400" b="0" dirty="0"/>
          </a:p>
          <a:p>
            <a:r>
              <a:rPr lang="fr-FR" sz="1400" b="0" dirty="0"/>
              <a:t>Votre consigne principale est de modifier la boucle de calcul afin de prendre en compte votre hybridation et de pouvoir calculer une navigation plus proche de la réalité. </a:t>
            </a:r>
            <a:r>
              <a:rPr lang="fr-FR" sz="1400" b="0" dirty="0" smtClean="0"/>
              <a:t>De plus, c’est à vous d’effectuer un alignement pour </a:t>
            </a:r>
            <a:r>
              <a:rPr lang="fr-FR" sz="1400" b="0" dirty="0"/>
              <a:t>l’initialisation de la </a:t>
            </a:r>
            <a:r>
              <a:rPr lang="fr-FR" sz="1400" b="0" dirty="0" smtClean="0"/>
              <a:t>navigation. (Plus d’informations dans la partie informations utiles)</a:t>
            </a:r>
            <a:endParaRPr lang="fr-FR" sz="1400" b="0" dirty="0"/>
          </a:p>
          <a:p>
            <a:pPr marL="0" indent="0">
              <a:buNone/>
            </a:pPr>
            <a:endParaRPr lang="fr-FR" sz="1400" b="0" dirty="0"/>
          </a:p>
          <a:p>
            <a:r>
              <a:rPr lang="fr-FR" sz="1400" b="0" dirty="0"/>
              <a:t>Vous pourrez vous appuyer sur les graphes tracés dans le second script principal pour analyser les données et essayer de minimiser les écarts.</a:t>
            </a:r>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smtClean="0"/>
              <a:t>Consignes</a:t>
            </a:r>
            <a:endParaRPr lang="fr-FR" dirty="0"/>
          </a:p>
        </p:txBody>
      </p:sp>
    </p:spTree>
    <p:extLst>
      <p:ext uri="{BB962C8B-B14F-4D97-AF65-F5344CB8AC3E}">
        <p14:creationId xmlns:p14="http://schemas.microsoft.com/office/powerpoint/2010/main" val="396327754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021183" cy="1693359"/>
          </a:xfrm>
        </p:spPr>
        <p:txBody>
          <a:bodyPr/>
          <a:lstStyle/>
          <a:p>
            <a:r>
              <a:rPr lang="fr-FR" dirty="0"/>
              <a:t>Informations utiles</a:t>
            </a:r>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2</a:t>
            </a:r>
          </a:p>
        </p:txBody>
      </p:sp>
    </p:spTree>
    <p:extLst>
      <p:ext uri="{BB962C8B-B14F-4D97-AF65-F5344CB8AC3E}">
        <p14:creationId xmlns:p14="http://schemas.microsoft.com/office/powerpoint/2010/main" val="19366050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1059051"/>
            <a:ext cx="5053960" cy="3497451"/>
          </a:xfrm>
          <a:ln>
            <a:noFill/>
          </a:ln>
        </p:spPr>
        <p:txBody>
          <a:bodyPr>
            <a:normAutofit/>
          </a:bodyPr>
          <a:lstStyle/>
          <a:p>
            <a:r>
              <a:rPr lang="fr-FR" b="0" dirty="0"/>
              <a:t>Une description de chaque fichier est présente en en-tête de celui-ci, de plus, une description de chaque fonction, comprenant les détails de chaque variable utilisée dans la fonction, est disponible au début de cette dernière.</a:t>
            </a:r>
          </a:p>
          <a:p>
            <a:pPr marL="0" indent="0">
              <a:buNone/>
            </a:pPr>
            <a:endParaRPr lang="fr-FR" b="0" dirty="0"/>
          </a:p>
          <a:p>
            <a:r>
              <a:rPr lang="fr-FR" b="0" dirty="0"/>
              <a:t>Vous pouvez bien sûr rajouter des fonctions dans le script « trace_figures.py » qui vous permettront de les appeler dans le script principal de tracé et donc d’afficher de nouvelles courbes</a:t>
            </a:r>
            <a:r>
              <a:rPr lang="fr-FR" b="0" dirty="0" smtClean="0"/>
              <a:t>.</a:t>
            </a:r>
          </a:p>
          <a:p>
            <a:pPr marL="0" indent="0">
              <a:buNone/>
            </a:pPr>
            <a:r>
              <a:rPr lang="fr-FR" b="0" dirty="0" smtClean="0"/>
              <a:t>Attention à bien mettre les lignes ci-contre dans la boucle if en fin de script afin de l’enregistrer si vous le voulez et sinon à juste l’afficher. Remplacez X par le numéro de figure souhaité.</a:t>
            </a: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Informations utiles</a:t>
            </a:r>
          </a:p>
        </p:txBody>
      </p:sp>
      <p:pic>
        <p:nvPicPr>
          <p:cNvPr id="2" name="Image 1"/>
          <p:cNvPicPr>
            <a:picLocks noChangeAspect="1"/>
          </p:cNvPicPr>
          <p:nvPr/>
        </p:nvPicPr>
        <p:blipFill rotWithShape="1">
          <a:blip r:embed="rId2"/>
          <a:srcRect l="713"/>
          <a:stretch/>
        </p:blipFill>
        <p:spPr>
          <a:xfrm>
            <a:off x="5616020" y="1782306"/>
            <a:ext cx="3364788" cy="1287514"/>
          </a:xfrm>
          <a:prstGeom prst="rect">
            <a:avLst/>
          </a:prstGeom>
        </p:spPr>
      </p:pic>
      <p:pic>
        <p:nvPicPr>
          <p:cNvPr id="9" name="Image 8"/>
          <p:cNvPicPr>
            <a:picLocks noChangeAspect="1"/>
          </p:cNvPicPr>
          <p:nvPr/>
        </p:nvPicPr>
        <p:blipFill>
          <a:blip r:embed="rId3"/>
          <a:stretch>
            <a:fillRect/>
          </a:stretch>
        </p:blipFill>
        <p:spPr>
          <a:xfrm>
            <a:off x="6249516" y="3103049"/>
            <a:ext cx="2097795" cy="1623056"/>
          </a:xfrm>
          <a:prstGeom prst="rect">
            <a:avLst/>
          </a:prstGeom>
        </p:spPr>
      </p:pic>
    </p:spTree>
    <p:extLst>
      <p:ext uri="{BB962C8B-B14F-4D97-AF65-F5344CB8AC3E}">
        <p14:creationId xmlns:p14="http://schemas.microsoft.com/office/powerpoint/2010/main" val="129029995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4901560" cy="3622675"/>
          </a:xfrm>
          <a:ln>
            <a:noFill/>
          </a:ln>
        </p:spPr>
        <p:txBody>
          <a:bodyPr>
            <a:normAutofit fontScale="85000" lnSpcReduction="20000"/>
          </a:bodyPr>
          <a:lstStyle/>
          <a:p>
            <a:r>
              <a:rPr lang="fr-FR" b="0" dirty="0"/>
              <a:t>De même, si vous souhaitez rajouter une(des) variable(s) et allouer la mémoire nécessaire pour celle(s)-ci, vous pouvez le faire dans le script « Gerer_donnees.py » où vous devez l’ajouter dans la classe prévue « </a:t>
            </a:r>
            <a:r>
              <a:rPr lang="fr-FR" b="0" dirty="0" err="1"/>
              <a:t>NavInput</a:t>
            </a:r>
            <a:r>
              <a:rPr lang="fr-FR" b="0" dirty="0"/>
              <a:t> ». Ensuite vous pouvez utiliser cette variable dans la fonction « </a:t>
            </a:r>
            <a:r>
              <a:rPr lang="fr-FR" b="0" dirty="0" err="1"/>
              <a:t>calcul_nav</a:t>
            </a:r>
            <a:r>
              <a:rPr lang="fr-FR" b="0" dirty="0"/>
              <a:t> ». </a:t>
            </a:r>
            <a:r>
              <a:rPr lang="fr-FR" b="0" dirty="0" smtClean="0"/>
              <a:t>(Mettez la variable à valeur par défaut « None » si vous souhaitez l’initialiser par un tableau de 0 de taille similaire au temps)</a:t>
            </a:r>
          </a:p>
          <a:p>
            <a:endParaRPr lang="fr-FR" b="0" dirty="0"/>
          </a:p>
          <a:p>
            <a:r>
              <a:rPr lang="fr-FR" b="0" dirty="0" smtClean="0"/>
              <a:t>ACTION : vous devez importer les données non inertielles de votre projet dans cette structure « </a:t>
            </a:r>
            <a:r>
              <a:rPr lang="fr-FR" b="0" dirty="0" err="1" smtClean="0"/>
              <a:t>NavInput</a:t>
            </a:r>
            <a:r>
              <a:rPr lang="fr-FR" b="0" dirty="0" smtClean="0"/>
              <a:t> » pour y avoir accès dans la boucle de calcul </a:t>
            </a:r>
            <a:r>
              <a:rPr lang="fr-FR" b="0" dirty="0" smtClean="0"/>
              <a:t>!</a:t>
            </a:r>
          </a:p>
          <a:p>
            <a:r>
              <a:rPr lang="fr-FR" b="0" dirty="0" smtClean="0"/>
              <a:t>Les données doivent être recopiées dans le script principal au moment du chargement des données …</a:t>
            </a:r>
            <a:endParaRPr lang="fr-FR" b="0" dirty="0" smtClean="0"/>
          </a:p>
          <a:p>
            <a:endParaRPr lang="fr-FR" b="0" dirty="0"/>
          </a:p>
          <a:p>
            <a:r>
              <a:rPr lang="fr-FR" b="0" dirty="0"/>
              <a:t>Si vous souhaitez ajouter une(des) variable(s) de sortie de la fonction « </a:t>
            </a:r>
            <a:r>
              <a:rPr lang="fr-FR" b="0" dirty="0" err="1"/>
              <a:t>calcul_nav</a:t>
            </a:r>
            <a:r>
              <a:rPr lang="fr-FR" b="0" dirty="0"/>
              <a:t> », déclarez la dans la classe « </a:t>
            </a:r>
            <a:r>
              <a:rPr lang="fr-FR" b="0" dirty="0" err="1"/>
              <a:t>NavOutput</a:t>
            </a:r>
            <a:r>
              <a:rPr lang="fr-FR" b="0" dirty="0"/>
              <a:t> », du fichier « Gerer_donnees.py », et veillez à la placer dans la structure de sortie de cette fonction. La variable sera utilisable ensuite.</a:t>
            </a:r>
          </a:p>
          <a:p>
            <a:pPr fontAlgn="auto">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Informations utiles</a:t>
            </a:r>
          </a:p>
        </p:txBody>
      </p:sp>
      <p:pic>
        <p:nvPicPr>
          <p:cNvPr id="2" name="Image 1"/>
          <p:cNvPicPr>
            <a:picLocks noChangeAspect="1"/>
          </p:cNvPicPr>
          <p:nvPr/>
        </p:nvPicPr>
        <p:blipFill>
          <a:blip r:embed="rId2"/>
          <a:stretch>
            <a:fillRect/>
          </a:stretch>
        </p:blipFill>
        <p:spPr>
          <a:xfrm>
            <a:off x="5804969" y="476939"/>
            <a:ext cx="2606424" cy="866516"/>
          </a:xfrm>
          <a:prstGeom prst="rect">
            <a:avLst/>
          </a:prstGeom>
        </p:spPr>
      </p:pic>
      <p:pic>
        <p:nvPicPr>
          <p:cNvPr id="7" name="Image 6"/>
          <p:cNvPicPr>
            <a:picLocks noChangeAspect="1"/>
          </p:cNvPicPr>
          <p:nvPr/>
        </p:nvPicPr>
        <p:blipFill>
          <a:blip r:embed="rId3"/>
          <a:stretch>
            <a:fillRect/>
          </a:stretch>
        </p:blipFill>
        <p:spPr>
          <a:xfrm>
            <a:off x="5410090" y="1433681"/>
            <a:ext cx="3398630" cy="878085"/>
          </a:xfrm>
          <a:prstGeom prst="rect">
            <a:avLst/>
          </a:prstGeom>
        </p:spPr>
      </p:pic>
      <p:pic>
        <p:nvPicPr>
          <p:cNvPr id="8" name="Image 7"/>
          <p:cNvPicPr>
            <a:picLocks noChangeAspect="1"/>
          </p:cNvPicPr>
          <p:nvPr/>
        </p:nvPicPr>
        <p:blipFill>
          <a:blip r:embed="rId4"/>
          <a:stretch>
            <a:fillRect/>
          </a:stretch>
        </p:blipFill>
        <p:spPr>
          <a:xfrm>
            <a:off x="5387490" y="3622745"/>
            <a:ext cx="3441383" cy="804125"/>
          </a:xfrm>
          <a:prstGeom prst="rect">
            <a:avLst/>
          </a:prstGeom>
        </p:spPr>
      </p:pic>
      <p:pic>
        <p:nvPicPr>
          <p:cNvPr id="10" name="Image 9"/>
          <p:cNvPicPr>
            <a:picLocks noChangeAspect="1"/>
          </p:cNvPicPr>
          <p:nvPr/>
        </p:nvPicPr>
        <p:blipFill>
          <a:blip r:embed="rId5"/>
          <a:stretch>
            <a:fillRect/>
          </a:stretch>
        </p:blipFill>
        <p:spPr>
          <a:xfrm>
            <a:off x="5641331" y="2674550"/>
            <a:ext cx="2933700" cy="857969"/>
          </a:xfrm>
          <a:prstGeom prst="rect">
            <a:avLst/>
          </a:prstGeom>
        </p:spPr>
      </p:pic>
    </p:spTree>
    <p:extLst>
      <p:ext uri="{BB962C8B-B14F-4D97-AF65-F5344CB8AC3E}">
        <p14:creationId xmlns:p14="http://schemas.microsoft.com/office/powerpoint/2010/main" val="291956827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411862" y="1080701"/>
            <a:ext cx="8443336" cy="3266688"/>
          </a:xfrm>
          <a:ln>
            <a:noFill/>
          </a:ln>
        </p:spPr>
        <p:txBody>
          <a:bodyPr/>
          <a:lstStyle/>
          <a:p>
            <a:pPr>
              <a:defRPr/>
            </a:pPr>
            <a:r>
              <a:rPr lang="fr-FR" b="0" dirty="0"/>
              <a:t>Pour ce qui est de la modification de la boucle de calcul, cela se fait dans le script « Entretien_localisation.py » dans la boucle for</a:t>
            </a:r>
            <a:r>
              <a:rPr lang="fr-FR" b="0" dirty="0" smtClean="0"/>
              <a:t>.</a:t>
            </a:r>
          </a:p>
          <a:p>
            <a:pPr>
              <a:defRPr/>
            </a:pPr>
            <a:endParaRPr lang="fr-FR" b="0" dirty="0"/>
          </a:p>
          <a:p>
            <a:pPr>
              <a:defRPr/>
            </a:pPr>
            <a:r>
              <a:rPr lang="fr-FR" b="0" dirty="0" smtClean="0"/>
              <a:t>Pour l’initialisation de la navigation nous n’effectuons pas d’alignement mais c’est à vous d’en faire un. Nous avons une valeur grossière du cap qui évite l’alignement gros, vous pouvez donc passer directement sur un alignement fin.</a:t>
            </a:r>
            <a:endParaRPr lang="fr-FR" b="0" dirty="0"/>
          </a:p>
          <a:p>
            <a:pPr fontAlgn="auto">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Informations utiles</a:t>
            </a:r>
          </a:p>
        </p:txBody>
      </p:sp>
    </p:spTree>
    <p:extLst>
      <p:ext uri="{BB962C8B-B14F-4D97-AF65-F5344CB8AC3E}">
        <p14:creationId xmlns:p14="http://schemas.microsoft.com/office/powerpoint/2010/main" val="275741955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021183" cy="1693359"/>
          </a:xfrm>
        </p:spPr>
        <p:txBody>
          <a:bodyPr/>
          <a:lstStyle/>
          <a:p>
            <a:r>
              <a:rPr lang="fr-FR" dirty="0"/>
              <a:t>Description des jeux de données</a:t>
            </a:r>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3</a:t>
            </a:r>
          </a:p>
        </p:txBody>
      </p:sp>
    </p:spTree>
    <p:extLst>
      <p:ext uri="{BB962C8B-B14F-4D97-AF65-F5344CB8AC3E}">
        <p14:creationId xmlns:p14="http://schemas.microsoft.com/office/powerpoint/2010/main" val="263775561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8298048" cy="3622675"/>
          </a:xfrm>
          <a:ln>
            <a:noFill/>
          </a:ln>
        </p:spPr>
        <p:txBody>
          <a:bodyPr>
            <a:normAutofit lnSpcReduction="10000"/>
          </a:bodyPr>
          <a:lstStyle/>
          <a:p>
            <a:pPr fontAlgn="auto">
              <a:defRPr/>
            </a:pPr>
            <a:r>
              <a:rPr lang="fr-FR" u="sng" dirty="0"/>
              <a:t>Les </a:t>
            </a:r>
            <a:r>
              <a:rPr lang="fr-FR" u="sng" dirty="0" smtClean="0"/>
              <a:t>cartes</a:t>
            </a:r>
          </a:p>
          <a:p>
            <a:pPr fontAlgn="auto">
              <a:defRPr/>
            </a:pPr>
            <a:endParaRPr lang="fr-FR" sz="1400" u="sng" dirty="0"/>
          </a:p>
          <a:p>
            <a:pPr fontAlgn="auto">
              <a:defRPr/>
            </a:pPr>
            <a:endParaRPr lang="fr-FR" sz="1400" u="sng" dirty="0" smtClean="0"/>
          </a:p>
          <a:p>
            <a:pPr fontAlgn="auto">
              <a:defRPr/>
            </a:pPr>
            <a:endParaRPr lang="fr-FR" sz="1400" u="sng" dirty="0"/>
          </a:p>
          <a:p>
            <a:pPr fontAlgn="auto">
              <a:defRPr/>
            </a:pPr>
            <a:endParaRPr lang="fr-FR" sz="1400" u="sng" dirty="0" smtClean="0"/>
          </a:p>
          <a:p>
            <a:pPr fontAlgn="auto">
              <a:defRPr/>
            </a:pPr>
            <a:endParaRPr lang="fr-FR" sz="1400" u="sng" dirty="0"/>
          </a:p>
          <a:p>
            <a:pPr fontAlgn="auto">
              <a:defRPr/>
            </a:pPr>
            <a:endParaRPr lang="fr-FR" sz="1400" u="sng" dirty="0" smtClean="0"/>
          </a:p>
          <a:p>
            <a:pPr fontAlgn="auto">
              <a:defRPr/>
            </a:pPr>
            <a:endParaRPr lang="fr-FR" sz="1400" u="sng" dirty="0"/>
          </a:p>
          <a:p>
            <a:pPr fontAlgn="auto">
              <a:defRPr/>
            </a:pPr>
            <a:endParaRPr lang="fr-FR" sz="1400" u="sng" dirty="0" smtClean="0"/>
          </a:p>
          <a:p>
            <a:pPr>
              <a:defRPr/>
            </a:pPr>
            <a:endParaRPr lang="fr-FR" sz="1400" b="0" dirty="0" smtClean="0"/>
          </a:p>
          <a:p>
            <a:pPr>
              <a:defRPr/>
            </a:pPr>
            <a:r>
              <a:rPr lang="fr-FR" sz="1400" b="0" dirty="0" smtClean="0"/>
              <a:t>2 </a:t>
            </a:r>
            <a:r>
              <a:rPr lang="fr-FR" sz="1400" b="0" dirty="0"/>
              <a:t>cartes contenues dans le dossier Cartes, l’une sera utilisée pour « l’aller » (</a:t>
            </a:r>
            <a:r>
              <a:rPr lang="fr-FR" sz="1400" b="0" dirty="0" err="1"/>
              <a:t>map_fecamp</a:t>
            </a:r>
            <a:r>
              <a:rPr lang="fr-FR" sz="1400" b="0" dirty="0"/>
              <a:t>) et l’autre pour la « boucle_1 » (</a:t>
            </a:r>
            <a:r>
              <a:rPr lang="fr-FR" sz="1400" b="0" dirty="0" err="1"/>
              <a:t>map_ilems</a:t>
            </a:r>
            <a:r>
              <a:rPr lang="fr-FR" sz="1400" b="0" dirty="0"/>
              <a:t>). Celles-ci ne contiennent uniquement qu’une découpe qui sera utilisée plus tard dans les scripts.</a:t>
            </a:r>
          </a:p>
          <a:p>
            <a:pPr fontAlgn="auto">
              <a:defRPr/>
            </a:pPr>
            <a:endParaRPr lang="fr-FR" sz="1400" u="sng" dirty="0" smtClean="0"/>
          </a:p>
          <a:p>
            <a:pPr fontAlgn="auto">
              <a:defRPr/>
            </a:pPr>
            <a:endParaRPr lang="fr-FR" sz="1400" u="sng" dirty="0"/>
          </a:p>
          <a:p>
            <a:pPr marL="0" indent="0" fontAlgn="auto">
              <a:buNone/>
              <a:defRPr/>
            </a:pPr>
            <a:endParaRPr lang="fr-FR" sz="1400" u="sng" dirty="0" smtClean="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normAutofit/>
          </a:bodyPr>
          <a:lstStyle/>
          <a:p>
            <a:r>
              <a:rPr lang="fr-FR" dirty="0"/>
              <a:t>Description des jeux de </a:t>
            </a:r>
            <a:r>
              <a:rPr lang="fr-FR" dirty="0" smtClean="0"/>
              <a:t>données</a:t>
            </a:r>
            <a:endParaRPr lang="fr-FR" dirty="0"/>
          </a:p>
        </p:txBody>
      </p:sp>
      <p:pic>
        <p:nvPicPr>
          <p:cNvPr id="7" name="Image 6"/>
          <p:cNvPicPr>
            <a:picLocks noChangeAspect="1"/>
          </p:cNvPicPr>
          <p:nvPr/>
        </p:nvPicPr>
        <p:blipFill rotWithShape="1">
          <a:blip r:embed="rId2"/>
          <a:srcRect l="1" r="74318"/>
          <a:stretch/>
        </p:blipFill>
        <p:spPr>
          <a:xfrm>
            <a:off x="506983" y="1315345"/>
            <a:ext cx="1703765" cy="1255136"/>
          </a:xfrm>
          <a:prstGeom prst="rect">
            <a:avLst/>
          </a:prstGeom>
        </p:spPr>
      </p:pic>
      <p:pic>
        <p:nvPicPr>
          <p:cNvPr id="8" name="Image 7"/>
          <p:cNvPicPr>
            <a:picLocks noChangeAspect="1"/>
          </p:cNvPicPr>
          <p:nvPr/>
        </p:nvPicPr>
        <p:blipFill>
          <a:blip r:embed="rId3"/>
          <a:stretch>
            <a:fillRect/>
          </a:stretch>
        </p:blipFill>
        <p:spPr>
          <a:xfrm>
            <a:off x="528864" y="3052563"/>
            <a:ext cx="4474029" cy="371572"/>
          </a:xfrm>
          <a:prstGeom prst="rect">
            <a:avLst/>
          </a:prstGeom>
        </p:spPr>
      </p:pic>
      <p:sp>
        <p:nvSpPr>
          <p:cNvPr id="10" name="Rectangle 9"/>
          <p:cNvSpPr/>
          <p:nvPr/>
        </p:nvSpPr>
        <p:spPr>
          <a:xfrm>
            <a:off x="442268" y="1284864"/>
            <a:ext cx="1071154" cy="2493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457508" y="2961640"/>
            <a:ext cx="4615416" cy="5341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6454363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5436580" cy="3622675"/>
          </a:xfrm>
          <a:ln>
            <a:noFill/>
          </a:ln>
        </p:spPr>
        <p:txBody>
          <a:bodyPr/>
          <a:lstStyle/>
          <a:p>
            <a:pPr fontAlgn="auto">
              <a:defRPr/>
            </a:pPr>
            <a:r>
              <a:rPr lang="fr-FR" u="sng" dirty="0"/>
              <a:t>Les navigations parfaites</a:t>
            </a: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Description des jeux de données</a:t>
            </a:r>
          </a:p>
        </p:txBody>
      </p:sp>
      <p:pic>
        <p:nvPicPr>
          <p:cNvPr id="7" name="Image 6"/>
          <p:cNvPicPr>
            <a:picLocks noChangeAspect="1"/>
          </p:cNvPicPr>
          <p:nvPr/>
        </p:nvPicPr>
        <p:blipFill rotWithShape="1">
          <a:blip r:embed="rId2"/>
          <a:srcRect l="1" t="1" r="840" b="14108"/>
          <a:stretch/>
        </p:blipFill>
        <p:spPr>
          <a:xfrm>
            <a:off x="578339" y="2570053"/>
            <a:ext cx="3541785" cy="294978"/>
          </a:xfrm>
          <a:prstGeom prst="rect">
            <a:avLst/>
          </a:prstGeom>
        </p:spPr>
      </p:pic>
      <p:pic>
        <p:nvPicPr>
          <p:cNvPr id="8" name="Image 7"/>
          <p:cNvPicPr>
            <a:picLocks noChangeAspect="1"/>
          </p:cNvPicPr>
          <p:nvPr/>
        </p:nvPicPr>
        <p:blipFill rotWithShape="1">
          <a:blip r:embed="rId3"/>
          <a:srcRect l="2637" t="1153" r="59116" b="1"/>
          <a:stretch/>
        </p:blipFill>
        <p:spPr>
          <a:xfrm>
            <a:off x="654057" y="3112225"/>
            <a:ext cx="890017" cy="1647109"/>
          </a:xfrm>
          <a:prstGeom prst="rect">
            <a:avLst/>
          </a:prstGeom>
        </p:spPr>
      </p:pic>
      <p:pic>
        <p:nvPicPr>
          <p:cNvPr id="10" name="Image 9"/>
          <p:cNvPicPr>
            <a:picLocks noChangeAspect="1"/>
          </p:cNvPicPr>
          <p:nvPr/>
        </p:nvPicPr>
        <p:blipFill rotWithShape="1">
          <a:blip r:embed="rId4"/>
          <a:srcRect l="1" r="74318"/>
          <a:stretch/>
        </p:blipFill>
        <p:spPr>
          <a:xfrm>
            <a:off x="627814" y="1319493"/>
            <a:ext cx="1498157" cy="1103668"/>
          </a:xfrm>
          <a:prstGeom prst="rect">
            <a:avLst/>
          </a:prstGeom>
        </p:spPr>
      </p:pic>
      <p:sp>
        <p:nvSpPr>
          <p:cNvPr id="11" name="Rectangle 10"/>
          <p:cNvSpPr/>
          <p:nvPr/>
        </p:nvSpPr>
        <p:spPr>
          <a:xfrm>
            <a:off x="610396" y="1493664"/>
            <a:ext cx="1515575" cy="1965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506983" y="2497909"/>
            <a:ext cx="3613141" cy="3994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578802" y="3053612"/>
            <a:ext cx="919798" cy="16471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1801342" y="3130831"/>
            <a:ext cx="7002297" cy="1466570"/>
          </a:xfrm>
          <a:ln>
            <a:noFill/>
          </a:ln>
        </p:spPr>
        <p:txBody>
          <a:bodyPr>
            <a:normAutofit lnSpcReduction="10000"/>
          </a:bodyPr>
          <a:lstStyle/>
          <a:p>
            <a:pPr marL="285750" indent="-285750">
              <a:buFont typeface="Arial" panose="020B0604020202020204" pitchFamily="34" charset="0"/>
              <a:buChar char="•"/>
            </a:pPr>
            <a:r>
              <a:rPr lang="fr-FR" b="0" dirty="0"/>
              <a:t>Dans le dossier des navigations parfaites, les deux navigations de l’aller et de la boucle_1 y sont présentes avec les données ci-contre. Soit le temps, la position, les attitudes et les vitesses géographiques. </a:t>
            </a:r>
          </a:p>
          <a:p>
            <a:pPr marL="285750" indent="-285750">
              <a:buFont typeface="Arial" panose="020B0604020202020204" pitchFamily="34" charset="0"/>
              <a:buChar char="•"/>
            </a:pPr>
            <a:r>
              <a:rPr lang="fr-FR" b="0" dirty="0"/>
              <a:t>Ces navigations ne sont d’aucune aide, elle ne sont utiles uniquement lors de la comparaison et des écarts dans le tracé entre celles-ci et la navigation calculée par vous-même. </a:t>
            </a:r>
          </a:p>
          <a:p>
            <a:pPr lvl="1"/>
            <a:endParaRPr lang="fr-FR" dirty="0"/>
          </a:p>
        </p:txBody>
      </p:sp>
    </p:spTree>
    <p:extLst>
      <p:ext uri="{BB962C8B-B14F-4D97-AF65-F5344CB8AC3E}">
        <p14:creationId xmlns:p14="http://schemas.microsoft.com/office/powerpoint/2010/main" val="14513059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a:xfrm>
            <a:off x="466396" y="4718694"/>
            <a:ext cx="6708203" cy="129416"/>
          </a:xfrm>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1570090"/>
            <a:ext cx="5436580" cy="345827"/>
          </a:xfrm>
          <a:ln>
            <a:noFill/>
          </a:ln>
        </p:spPr>
        <p:txBody>
          <a:bodyPr>
            <a:normAutofit/>
          </a:bodyPr>
          <a:lstStyle/>
          <a:p>
            <a:pPr fontAlgn="auto">
              <a:defRPr/>
            </a:pPr>
            <a:r>
              <a:rPr lang="fr-FR" u="sng" dirty="0"/>
              <a:t>Les données des hybridations</a:t>
            </a:r>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Description des jeux de données</a:t>
            </a:r>
          </a:p>
        </p:txBody>
      </p:sp>
      <p:pic>
        <p:nvPicPr>
          <p:cNvPr id="7" name="Image 6"/>
          <p:cNvPicPr>
            <a:picLocks noChangeAspect="1"/>
          </p:cNvPicPr>
          <p:nvPr/>
        </p:nvPicPr>
        <p:blipFill rotWithShape="1">
          <a:blip r:embed="rId2"/>
          <a:srcRect t="3186" r="503"/>
          <a:stretch/>
        </p:blipFill>
        <p:spPr>
          <a:xfrm>
            <a:off x="493974" y="3072303"/>
            <a:ext cx="4015325" cy="513162"/>
          </a:xfrm>
          <a:prstGeom prst="rect">
            <a:avLst/>
          </a:prstGeom>
        </p:spPr>
      </p:pic>
      <p:pic>
        <p:nvPicPr>
          <p:cNvPr id="8" name="Image 7"/>
          <p:cNvPicPr>
            <a:picLocks noChangeAspect="1"/>
          </p:cNvPicPr>
          <p:nvPr/>
        </p:nvPicPr>
        <p:blipFill>
          <a:blip r:embed="rId3"/>
          <a:stretch>
            <a:fillRect/>
          </a:stretch>
        </p:blipFill>
        <p:spPr>
          <a:xfrm>
            <a:off x="7814855" y="1900334"/>
            <a:ext cx="890744" cy="1116965"/>
          </a:xfrm>
          <a:prstGeom prst="rect">
            <a:avLst/>
          </a:prstGeom>
        </p:spPr>
      </p:pic>
      <p:sp>
        <p:nvSpPr>
          <p:cNvPr id="10" name="Rectangle 9"/>
          <p:cNvSpPr/>
          <p:nvPr/>
        </p:nvSpPr>
        <p:spPr>
          <a:xfrm>
            <a:off x="446077" y="3017244"/>
            <a:ext cx="4142977" cy="6023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7761697" y="1859098"/>
            <a:ext cx="943901" cy="11582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815270" y="1854239"/>
            <a:ext cx="4919848" cy="1197941"/>
          </a:xfrm>
          <a:ln>
            <a:noFill/>
          </a:ln>
        </p:spPr>
        <p:txBody>
          <a:bodyPr>
            <a:normAutofit/>
          </a:bodyPr>
          <a:lstStyle/>
          <a:p>
            <a:pPr marL="285750" indent="-285750">
              <a:buFont typeface="Arial" panose="020B0604020202020204" pitchFamily="34" charset="0"/>
              <a:buChar char="•"/>
            </a:pPr>
            <a:r>
              <a:rPr lang="fr-FR" sz="1200" b="0" dirty="0"/>
              <a:t>Dans les dossiers des données des hybridations, il y a 2 types de données, les inertielles et non inertielles. Ci-contre ce sont le détail des données inertielles, qui sont les mêmes dans tous les dossiers, composées uniquement d’incréments d’angle et de vitesse. </a:t>
            </a:r>
            <a:endParaRPr lang="fr-FR" sz="1200" b="0" dirty="0" smtClean="0"/>
          </a:p>
        </p:txBody>
      </p:sp>
      <p:sp>
        <p:nvSpPr>
          <p:cNvPr id="1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4625576" y="2703664"/>
            <a:ext cx="3122831" cy="953963"/>
          </a:xfrm>
          <a:ln>
            <a:noFill/>
          </a:ln>
        </p:spPr>
        <p:txBody>
          <a:bodyPr>
            <a:normAutofit/>
          </a:bodyPr>
          <a:lstStyle/>
          <a:p>
            <a:pPr marL="0" indent="0">
              <a:buNone/>
            </a:pPr>
            <a:r>
              <a:rPr lang="fr-FR" sz="1200" b="0" dirty="0" smtClean="0"/>
              <a:t>La base de temps des données non inertielles est identique à la base de temps des données inertielles (à 100 Hz) : le même indice dans les 2 fichiers de données correspond au même instant.</a:t>
            </a:r>
            <a:endParaRPr lang="fr-FR" sz="1200" b="0" dirty="0">
              <a:effectLst/>
            </a:endParaRPr>
          </a:p>
        </p:txBody>
      </p:sp>
      <p:pic>
        <p:nvPicPr>
          <p:cNvPr id="2" name="Image 1"/>
          <p:cNvPicPr>
            <a:picLocks noChangeAspect="1"/>
          </p:cNvPicPr>
          <p:nvPr/>
        </p:nvPicPr>
        <p:blipFill>
          <a:blip r:embed="rId4"/>
          <a:stretch>
            <a:fillRect/>
          </a:stretch>
        </p:blipFill>
        <p:spPr>
          <a:xfrm>
            <a:off x="466396" y="1924548"/>
            <a:ext cx="1370037" cy="1039201"/>
          </a:xfrm>
          <a:prstGeom prst="rect">
            <a:avLst/>
          </a:prstGeom>
        </p:spPr>
      </p:pic>
      <p:sp>
        <p:nvSpPr>
          <p:cNvPr id="13" name="Rectangle 12"/>
          <p:cNvSpPr/>
          <p:nvPr/>
        </p:nvSpPr>
        <p:spPr>
          <a:xfrm>
            <a:off x="446077" y="1924549"/>
            <a:ext cx="1410648" cy="10392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208586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a:xfrm>
            <a:off x="466396" y="4718694"/>
            <a:ext cx="6708203" cy="129416"/>
          </a:xfrm>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5436580" cy="345827"/>
          </a:xfrm>
          <a:ln>
            <a:noFill/>
          </a:ln>
        </p:spPr>
        <p:txBody>
          <a:bodyPr>
            <a:normAutofit/>
          </a:bodyPr>
          <a:lstStyle/>
          <a:p>
            <a:pPr fontAlgn="auto">
              <a:defRPr/>
            </a:pPr>
            <a:r>
              <a:rPr lang="fr-FR" u="sng" dirty="0"/>
              <a:t>Les données des hybridations</a:t>
            </a:r>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Description des jeux de données</a:t>
            </a:r>
          </a:p>
        </p:txBody>
      </p:sp>
      <p:graphicFrame>
        <p:nvGraphicFramePr>
          <p:cNvPr id="3" name="Tableau 2"/>
          <p:cNvGraphicFramePr>
            <a:graphicFrameLocks noGrp="1"/>
          </p:cNvGraphicFramePr>
          <p:nvPr>
            <p:extLst>
              <p:ext uri="{D42A27DB-BD31-4B8C-83A1-F6EECF244321}">
                <p14:modId xmlns:p14="http://schemas.microsoft.com/office/powerpoint/2010/main" val="2533771948"/>
              </p:ext>
            </p:extLst>
          </p:nvPr>
        </p:nvGraphicFramePr>
        <p:xfrm>
          <a:off x="78036" y="1478854"/>
          <a:ext cx="9001112" cy="2602472"/>
        </p:xfrm>
        <a:graphic>
          <a:graphicData uri="http://schemas.openxmlformats.org/drawingml/2006/table">
            <a:tbl>
              <a:tblPr firstRow="1" bandRow="1">
                <a:tableStyleId>{5C22544A-7EE6-4342-B048-85BDC9FD1C3A}</a:tableStyleId>
              </a:tblPr>
              <a:tblGrid>
                <a:gridCol w="1640517">
                  <a:extLst>
                    <a:ext uri="{9D8B030D-6E8A-4147-A177-3AD203B41FA5}">
                      <a16:colId xmlns:a16="http://schemas.microsoft.com/office/drawing/2014/main" val="3791391054"/>
                    </a:ext>
                  </a:extLst>
                </a:gridCol>
                <a:gridCol w="2263302">
                  <a:extLst>
                    <a:ext uri="{9D8B030D-6E8A-4147-A177-3AD203B41FA5}">
                      <a16:colId xmlns:a16="http://schemas.microsoft.com/office/drawing/2014/main" val="4049419148"/>
                    </a:ext>
                  </a:extLst>
                </a:gridCol>
                <a:gridCol w="2166026">
                  <a:extLst>
                    <a:ext uri="{9D8B030D-6E8A-4147-A177-3AD203B41FA5}">
                      <a16:colId xmlns:a16="http://schemas.microsoft.com/office/drawing/2014/main" val="588948616"/>
                    </a:ext>
                  </a:extLst>
                </a:gridCol>
                <a:gridCol w="2931267">
                  <a:extLst>
                    <a:ext uri="{9D8B030D-6E8A-4147-A177-3AD203B41FA5}">
                      <a16:colId xmlns:a16="http://schemas.microsoft.com/office/drawing/2014/main" val="287962664"/>
                    </a:ext>
                  </a:extLst>
                </a:gridCol>
              </a:tblGrid>
              <a:tr h="770803">
                <a:tc>
                  <a:txBody>
                    <a:bodyPr/>
                    <a:lstStyle/>
                    <a:p>
                      <a:r>
                        <a:rPr lang="fr-FR" sz="1200" b="0" dirty="0" smtClean="0">
                          <a:solidFill>
                            <a:schemeClr val="accent1"/>
                          </a:solidFill>
                        </a:rPr>
                        <a:t>Hybridation ZUPT</a:t>
                      </a:r>
                      <a:endParaRPr lang="fr-FR" sz="1200"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200" b="0" dirty="0" smtClean="0">
                          <a:solidFill>
                            <a:schemeClr val="accent1"/>
                          </a:solidFill>
                        </a:rPr>
                        <a:t>Hybridation GPS</a:t>
                      </a:r>
                      <a:endParaRPr lang="fr-FR" sz="1200"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200" b="0" dirty="0" smtClean="0">
                          <a:solidFill>
                            <a:schemeClr val="accent1"/>
                          </a:solidFill>
                        </a:rPr>
                        <a:t>Hybridation Odomètre</a:t>
                      </a:r>
                      <a:endParaRPr lang="fr-FR" sz="1200"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200" b="0" dirty="0" smtClean="0">
                          <a:solidFill>
                            <a:schemeClr val="accent1"/>
                          </a:solidFill>
                        </a:rPr>
                        <a:t>Hybridation VOR/DME</a:t>
                      </a:r>
                      <a:endParaRPr lang="fr-FR" sz="1200" b="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37471"/>
                  </a:ext>
                </a:extLst>
              </a:tr>
              <a:tr h="902029">
                <a:tc>
                  <a:txBody>
                    <a:bodyPr/>
                    <a:lstStyle/>
                    <a:p>
                      <a:r>
                        <a:rPr lang="fr-FR" sz="1100" dirty="0" smtClean="0">
                          <a:solidFill>
                            <a:schemeClr val="accent1"/>
                          </a:solidFill>
                        </a:rPr>
                        <a:t>Rien</a:t>
                      </a:r>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100" b="0" dirty="0" smtClean="0">
                          <a:solidFill>
                            <a:schemeClr val="accent1"/>
                          </a:solidFill>
                        </a:rPr>
                        <a:t>La position du GPS à ~1Hz, une donnée de validité « val » et le nombre de satellites présents à chaque instants</a:t>
                      </a:r>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100" b="0" dirty="0" smtClean="0">
                          <a:solidFill>
                            <a:schemeClr val="accent1"/>
                          </a:solidFill>
                        </a:rPr>
                        <a:t>La distance totale parcourue à chaque instant (à 100 Hz) pour l’hybridation de l’odomètre</a:t>
                      </a:r>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100" b="0" dirty="0" smtClean="0">
                          <a:solidFill>
                            <a:schemeClr val="accent1"/>
                          </a:solidFill>
                        </a:rPr>
                        <a:t>La distance à chaque VOR/DME (Rouen, Beauvais, Deauville, Pontoise) ainsi que chaque relèvement à chaque instant (à 100 Hz)</a:t>
                      </a:r>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872649"/>
                  </a:ext>
                </a:extLst>
              </a:tr>
              <a:tr h="902029">
                <a:tc>
                  <a:txBody>
                    <a:bodyPr/>
                    <a:lstStyle/>
                    <a:p>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fr-FR" sz="1100" dirty="0" smtClean="0">
                          <a:solidFill>
                            <a:schemeClr val="accent1"/>
                          </a:solidFill>
                        </a:rPr>
                        <a:t>Coordonnées des VOR/DME : </a:t>
                      </a:r>
                    </a:p>
                    <a:p>
                      <a:r>
                        <a:rPr lang="fr-FR" sz="1100" dirty="0" smtClean="0">
                          <a:solidFill>
                            <a:schemeClr val="accent1"/>
                          </a:solidFill>
                        </a:rPr>
                        <a:t>BVS : 49°27’35’’N, 002°06’52.1’’E</a:t>
                      </a:r>
                    </a:p>
                    <a:p>
                      <a:r>
                        <a:rPr lang="fr-FR" sz="1100" dirty="0" smtClean="0">
                          <a:solidFill>
                            <a:schemeClr val="accent1"/>
                          </a:solidFill>
                        </a:rPr>
                        <a:t>DVL : 49°18'38.7"N, 000°18'45.8"E</a:t>
                      </a:r>
                    </a:p>
                    <a:p>
                      <a:r>
                        <a:rPr lang="fr-FR" sz="1100" dirty="0" smtClean="0">
                          <a:solidFill>
                            <a:schemeClr val="accent1"/>
                          </a:solidFill>
                        </a:rPr>
                        <a:t>PON : 49°05'45.9"N, 002°02'09.2"E</a:t>
                      </a:r>
                    </a:p>
                    <a:p>
                      <a:r>
                        <a:rPr lang="fr-FR" sz="1100" dirty="0" smtClean="0">
                          <a:solidFill>
                            <a:schemeClr val="accent1"/>
                          </a:solidFill>
                        </a:rPr>
                        <a:t>ROU : 49°27'56.3"N, 001°16'50.3"E</a:t>
                      </a:r>
                      <a:endParaRPr lang="fr-FR" sz="11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176445"/>
                  </a:ext>
                </a:extLst>
              </a:tr>
            </a:tbl>
          </a:graphicData>
        </a:graphic>
      </p:graphicFrame>
      <p:pic>
        <p:nvPicPr>
          <p:cNvPr id="9" name="Image 8"/>
          <p:cNvPicPr>
            <a:picLocks noChangeAspect="1"/>
          </p:cNvPicPr>
          <p:nvPr/>
        </p:nvPicPr>
        <p:blipFill rotWithShape="1">
          <a:blip r:embed="rId2"/>
          <a:srcRect l="4178" t="4992" r="9303" b="51429"/>
          <a:stretch/>
        </p:blipFill>
        <p:spPr>
          <a:xfrm>
            <a:off x="1859899" y="1788814"/>
            <a:ext cx="741679" cy="420617"/>
          </a:xfrm>
          <a:prstGeom prst="rect">
            <a:avLst/>
          </a:prstGeom>
        </p:spPr>
      </p:pic>
      <p:pic>
        <p:nvPicPr>
          <p:cNvPr id="12" name="Image 11"/>
          <p:cNvPicPr>
            <a:picLocks noChangeAspect="1"/>
          </p:cNvPicPr>
          <p:nvPr/>
        </p:nvPicPr>
        <p:blipFill>
          <a:blip r:embed="rId3"/>
          <a:stretch>
            <a:fillRect/>
          </a:stretch>
        </p:blipFill>
        <p:spPr>
          <a:xfrm>
            <a:off x="4647715" y="1784693"/>
            <a:ext cx="720007" cy="320675"/>
          </a:xfrm>
          <a:prstGeom prst="rect">
            <a:avLst/>
          </a:prstGeom>
        </p:spPr>
      </p:pic>
      <p:pic>
        <p:nvPicPr>
          <p:cNvPr id="16" name="Image 15"/>
          <p:cNvPicPr>
            <a:picLocks noChangeAspect="1"/>
          </p:cNvPicPr>
          <p:nvPr/>
        </p:nvPicPr>
        <p:blipFill rotWithShape="1">
          <a:blip r:embed="rId2"/>
          <a:srcRect l="4178" t="48469" r="9303" b="9043"/>
          <a:stretch/>
        </p:blipFill>
        <p:spPr>
          <a:xfrm>
            <a:off x="2757120" y="1794078"/>
            <a:ext cx="741679" cy="410093"/>
          </a:xfrm>
          <a:prstGeom prst="rect">
            <a:avLst/>
          </a:prstGeom>
        </p:spPr>
      </p:pic>
      <p:pic>
        <p:nvPicPr>
          <p:cNvPr id="17" name="Image 16"/>
          <p:cNvPicPr>
            <a:picLocks noChangeAspect="1"/>
          </p:cNvPicPr>
          <p:nvPr/>
        </p:nvPicPr>
        <p:blipFill rotWithShape="1">
          <a:blip r:embed="rId4"/>
          <a:srcRect b="55630"/>
          <a:stretch/>
        </p:blipFill>
        <p:spPr>
          <a:xfrm>
            <a:off x="6303877" y="1715203"/>
            <a:ext cx="1109982" cy="459654"/>
          </a:xfrm>
          <a:prstGeom prst="rect">
            <a:avLst/>
          </a:prstGeom>
        </p:spPr>
      </p:pic>
      <p:pic>
        <p:nvPicPr>
          <p:cNvPr id="18" name="Image 17"/>
          <p:cNvPicPr>
            <a:picLocks noChangeAspect="1"/>
          </p:cNvPicPr>
          <p:nvPr/>
        </p:nvPicPr>
        <p:blipFill rotWithShape="1">
          <a:blip r:embed="rId4"/>
          <a:srcRect t="44416" b="2257"/>
          <a:stretch/>
        </p:blipFill>
        <p:spPr>
          <a:xfrm>
            <a:off x="7772209" y="1711561"/>
            <a:ext cx="948588" cy="472122"/>
          </a:xfrm>
          <a:prstGeom prst="rect">
            <a:avLst/>
          </a:prstGeom>
        </p:spPr>
      </p:pic>
      <p:sp>
        <p:nvSpPr>
          <p:cNvPr id="19" name="Rectangle 18"/>
          <p:cNvSpPr/>
          <p:nvPr/>
        </p:nvSpPr>
        <p:spPr>
          <a:xfrm>
            <a:off x="2694768" y="1201855"/>
            <a:ext cx="3455684" cy="276999"/>
          </a:xfrm>
          <a:prstGeom prst="rect">
            <a:avLst/>
          </a:prstGeom>
        </p:spPr>
        <p:txBody>
          <a:bodyPr wrap="square">
            <a:spAutoFit/>
          </a:bodyPr>
          <a:lstStyle/>
          <a:p>
            <a:r>
              <a:rPr lang="fr-FR" sz="1200" u="sng" dirty="0">
                <a:solidFill>
                  <a:schemeClr val="accent1"/>
                </a:solidFill>
              </a:rPr>
              <a:t>Dans les données non inertielles </a:t>
            </a:r>
            <a:r>
              <a:rPr lang="fr-FR" sz="1200" u="sng" dirty="0" smtClean="0">
                <a:solidFill>
                  <a:schemeClr val="accent1"/>
                </a:solidFill>
              </a:rPr>
              <a:t>vous trouverez </a:t>
            </a:r>
            <a:r>
              <a:rPr lang="fr-FR" sz="1200" u="sng" dirty="0">
                <a:solidFill>
                  <a:schemeClr val="accent1"/>
                </a:solidFill>
              </a:rPr>
              <a:t>:</a:t>
            </a:r>
          </a:p>
        </p:txBody>
      </p:sp>
    </p:spTree>
    <p:extLst>
      <p:ext uri="{BB962C8B-B14F-4D97-AF65-F5344CB8AC3E}">
        <p14:creationId xmlns:p14="http://schemas.microsoft.com/office/powerpoint/2010/main" val="269622486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606208" cy="1693359"/>
          </a:xfrm>
        </p:spPr>
        <p:txBody>
          <a:bodyPr/>
          <a:lstStyle/>
          <a:p>
            <a:r>
              <a:rPr lang="fr-FR" sz="2800" dirty="0"/>
              <a:t>Description des packages nécessaires à la bonne exécution des scripts</a:t>
            </a:r>
            <a:endParaRPr lang="fr-FR" dirty="0"/>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4</a:t>
            </a:r>
          </a:p>
        </p:txBody>
      </p:sp>
    </p:spTree>
    <p:extLst>
      <p:ext uri="{BB962C8B-B14F-4D97-AF65-F5344CB8AC3E}">
        <p14:creationId xmlns:p14="http://schemas.microsoft.com/office/powerpoint/2010/main" val="414205989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8648568" cy="3896121"/>
          </a:xfrm>
          <a:ln>
            <a:noFill/>
          </a:ln>
        </p:spPr>
        <p:txBody>
          <a:bodyPr>
            <a:normAutofit fontScale="85000" lnSpcReduction="10000"/>
          </a:bodyPr>
          <a:lstStyle/>
          <a:p>
            <a:pPr fontAlgn="auto">
              <a:defRPr/>
            </a:pPr>
            <a:r>
              <a:rPr lang="fr-FR" sz="1900" u="sng" dirty="0" smtClean="0"/>
              <a:t>Packages à installer</a:t>
            </a:r>
          </a:p>
          <a:p>
            <a:pPr marL="0" indent="0" fontAlgn="auto">
              <a:buNone/>
              <a:defRPr/>
            </a:pPr>
            <a:endParaRPr lang="fr-FR" sz="1900" u="sng" dirty="0" smtClean="0"/>
          </a:p>
          <a:p>
            <a:r>
              <a:rPr lang="fr-FR" b="0" u="sng" dirty="0" err="1"/>
              <a:t>Numpy</a:t>
            </a:r>
            <a:r>
              <a:rPr lang="fr-FR" b="0" dirty="0"/>
              <a:t> : Cette plateforme comprend des objets multidimensionnels dans des  » </a:t>
            </a:r>
            <a:r>
              <a:rPr lang="fr-FR" b="0" dirty="0" err="1"/>
              <a:t>arrays</a:t>
            </a:r>
            <a:r>
              <a:rPr lang="fr-FR" b="0" dirty="0"/>
              <a:t> « , et un package regroupant des outils d’intégration pour l’implémentation Python soit la plupart des objets et fonctions mathématiques. </a:t>
            </a:r>
          </a:p>
          <a:p>
            <a:r>
              <a:rPr lang="fr-FR" b="0" u="sng" dirty="0" err="1"/>
              <a:t>Matplotlib.pyplot</a:t>
            </a:r>
            <a:r>
              <a:rPr lang="fr-FR" b="0" dirty="0"/>
              <a:t> : Ce module est un outil très complet, permettant de générer des visualisations de données très détaillées.</a:t>
            </a:r>
          </a:p>
          <a:p>
            <a:r>
              <a:rPr lang="fr-FR" b="0" u="sng" dirty="0" err="1"/>
              <a:t>Plotly</a:t>
            </a:r>
            <a:r>
              <a:rPr lang="fr-FR" b="0" dirty="0"/>
              <a:t> :  C’est un module qui permet de réaliser des graphes complexes et variés. Il se différencie de </a:t>
            </a:r>
            <a:r>
              <a:rPr lang="fr-FR" b="0" dirty="0" err="1"/>
              <a:t>Matplotlib</a:t>
            </a:r>
            <a:r>
              <a:rPr lang="fr-FR" b="0" dirty="0"/>
              <a:t> par ses interactions possible avec le web.</a:t>
            </a:r>
          </a:p>
          <a:p>
            <a:r>
              <a:rPr lang="fr-FR" b="0" u="sng" dirty="0"/>
              <a:t>Scipy.io</a:t>
            </a:r>
            <a:r>
              <a:rPr lang="fr-FR" b="0" dirty="0"/>
              <a:t> : C’est une bibliothèque dédiée aux calculs de mathématiques complexes ou de problèmes scientifiques. On y retrouve donc des algorithmes préinstallés pour l’optimisation, les équations différentielles, l’intégration, l’interpolation, les équations algébriques, les statistiques et bien d’autres cas d’usage.</a:t>
            </a:r>
          </a:p>
          <a:p>
            <a:r>
              <a:rPr lang="fr-FR" b="0" u="sng" dirty="0" err="1"/>
              <a:t>Tqdm</a:t>
            </a:r>
            <a:r>
              <a:rPr lang="fr-FR" b="0" u="sng" dirty="0"/>
              <a:t> </a:t>
            </a:r>
            <a:r>
              <a:rPr lang="fr-FR" b="0" dirty="0"/>
              <a:t>: </a:t>
            </a:r>
            <a:r>
              <a:rPr lang="fr-FR" b="0" dirty="0" err="1"/>
              <a:t>Tqdm</a:t>
            </a:r>
            <a:r>
              <a:rPr lang="fr-FR" b="0" dirty="0"/>
              <a:t> est une bibliothèque Python qui permet de créer des barres de progression pour les boucles. Il est conçu pour être facile à utiliser et à intégrer dans votre code Python existant.</a:t>
            </a:r>
          </a:p>
          <a:p>
            <a:pPr>
              <a:lnSpc>
                <a:spcPct val="0"/>
              </a:lnSpc>
              <a:spcBef>
                <a:spcPts val="0"/>
              </a:spcBef>
            </a:pPr>
            <a:endParaRPr lang="fr-FR" dirty="0"/>
          </a:p>
          <a:p>
            <a:pPr marL="0" indent="0">
              <a:buNone/>
            </a:pPr>
            <a:r>
              <a:rPr lang="fr-FR" dirty="0">
                <a:solidFill>
                  <a:srgbClr val="FF0000"/>
                </a:solidFill>
                <a:sym typeface="Wingdings" panose="05000000000000000000" pitchFamily="2" charset="2"/>
              </a:rPr>
              <a:t></a:t>
            </a:r>
            <a:r>
              <a:rPr lang="fr-FR" dirty="0"/>
              <a:t> </a:t>
            </a:r>
            <a:r>
              <a:rPr lang="fr-FR" sz="1800" dirty="0">
                <a:solidFill>
                  <a:srgbClr val="FF0000"/>
                </a:solidFill>
              </a:rPr>
              <a:t>Pour installer ces packages, je vous invite à taper la ligne suivante dans votre console : </a:t>
            </a:r>
          </a:p>
          <a:p>
            <a:pPr marL="0" indent="0">
              <a:buNone/>
            </a:pPr>
            <a:r>
              <a:rPr lang="fr-FR" sz="1800" dirty="0">
                <a:solidFill>
                  <a:srgbClr val="FF0000"/>
                </a:solidFill>
              </a:rPr>
              <a:t>	</a:t>
            </a:r>
            <a:r>
              <a:rPr lang="fr-FR" sz="1800" b="0" dirty="0"/>
              <a:t>« </a:t>
            </a:r>
            <a:r>
              <a:rPr lang="fr-FR" sz="1800" b="0" dirty="0" err="1"/>
              <a:t>pip</a:t>
            </a:r>
            <a:r>
              <a:rPr lang="fr-FR" sz="1800" b="0" dirty="0"/>
              <a:t> </a:t>
            </a:r>
            <a:r>
              <a:rPr lang="fr-FR" sz="1800" b="0" dirty="0" err="1"/>
              <a:t>install</a:t>
            </a:r>
            <a:r>
              <a:rPr lang="fr-FR" sz="1800" b="0" dirty="0"/>
              <a:t> –r </a:t>
            </a:r>
            <a:r>
              <a:rPr lang="fr-FR" sz="1800" b="0" dirty="0" smtClean="0"/>
              <a:t>‘requirements.txt’</a:t>
            </a:r>
            <a:r>
              <a:rPr lang="fr-FR" sz="1800" b="0" dirty="0"/>
              <a:t> </a:t>
            </a:r>
            <a:r>
              <a:rPr lang="fr-FR" sz="1800" b="0" dirty="0" smtClean="0"/>
              <a:t>»</a:t>
            </a:r>
            <a:r>
              <a:rPr lang="fr-FR" sz="1800" dirty="0" smtClean="0"/>
              <a:t> (requirements.txt contient tous ces packages)</a:t>
            </a:r>
            <a:endParaRPr lang="fr-FR" sz="1800" dirty="0"/>
          </a:p>
          <a:p>
            <a:pPr marL="0" indent="0" fontAlgn="auto">
              <a:buNone/>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a:xfrm>
            <a:off x="292232" y="192338"/>
            <a:ext cx="8851768" cy="427037"/>
          </a:xfrm>
        </p:spPr>
        <p:txBody>
          <a:bodyPr>
            <a:normAutofit/>
          </a:bodyPr>
          <a:lstStyle/>
          <a:p>
            <a:r>
              <a:rPr lang="fr-FR" sz="2000" dirty="0"/>
              <a:t>Description des packages nécessaires à la bonne exécution des scripts</a:t>
            </a:r>
            <a:endParaRPr lang="fr-FR" sz="1800" dirty="0"/>
          </a:p>
        </p:txBody>
      </p:sp>
    </p:spTree>
    <p:extLst>
      <p:ext uri="{BB962C8B-B14F-4D97-AF65-F5344CB8AC3E}">
        <p14:creationId xmlns:p14="http://schemas.microsoft.com/office/powerpoint/2010/main" val="118237078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37813"/>
            <a:ext cx="8689208" cy="3534292"/>
          </a:xfrm>
          <a:ln>
            <a:noFill/>
          </a:ln>
        </p:spPr>
        <p:txBody>
          <a:bodyPr>
            <a:normAutofit fontScale="92500"/>
          </a:bodyPr>
          <a:lstStyle/>
          <a:p>
            <a:pPr fontAlgn="auto">
              <a:defRPr/>
            </a:pPr>
            <a:r>
              <a:rPr lang="fr-FR" sz="1700" u="sng" dirty="0" smtClean="0"/>
              <a:t>Packages natifs (déjà implémentés dans python par défaut)</a:t>
            </a:r>
          </a:p>
          <a:p>
            <a:pPr marL="0" indent="0" fontAlgn="auto">
              <a:buNone/>
              <a:defRPr/>
            </a:pPr>
            <a:endParaRPr lang="fr-FR" dirty="0"/>
          </a:p>
          <a:p>
            <a:r>
              <a:rPr lang="fr-FR" sz="1500" b="0" u="sng" dirty="0" err="1"/>
              <a:t>Dataclasses</a:t>
            </a:r>
            <a:r>
              <a:rPr lang="fr-FR" sz="1500" b="0" dirty="0"/>
              <a:t> : Ce module fournit un décorateur et des fonctions pour générer automatiquement les méthodes spéciales dans les Classes de Données définies par l’utilisateur. Le décorateur </a:t>
            </a:r>
            <a:r>
              <a:rPr lang="fr-FR" sz="1500" b="0" dirty="0" err="1"/>
              <a:t>dataclass</a:t>
            </a:r>
            <a:r>
              <a:rPr lang="fr-FR" sz="1500" b="0" dirty="0"/>
              <a:t>() examine la classe pour trouver des champs. Un champ est défini comme une variable de classe qui possède une annotation de type.</a:t>
            </a:r>
          </a:p>
          <a:p>
            <a:r>
              <a:rPr lang="fr-FR" sz="1500" b="0" u="sng" dirty="0" err="1"/>
              <a:t>Pathlib</a:t>
            </a:r>
            <a:r>
              <a:rPr lang="fr-FR" sz="1500" b="0" dirty="0"/>
              <a:t> : Ce module offre des classes représentant le système de fichiers avec la sémantique appropriée pour différents systèmes d'exploitation. Les classes de chemins sont divisées en chemins purs, qui fournissent uniquement des opérations de manipulation sans entrées-sorties, et chemins concrets, qui héritent des chemins purs et fournissent également les opérations d'entrées-sorties.</a:t>
            </a:r>
          </a:p>
          <a:p>
            <a:r>
              <a:rPr lang="fr-FR" sz="1500" b="0" u="sng" dirty="0"/>
              <a:t>Base64</a:t>
            </a:r>
            <a:r>
              <a:rPr lang="fr-FR" sz="1500" b="0" dirty="0"/>
              <a:t> : Ce module fournit des fonctions permettant de coder des données binaires en caractères ASCII imprimables et de décoder ces codages en données binaires. Il fournit des fonctions de codage et de décodage en base 64.</a:t>
            </a:r>
          </a:p>
          <a:p>
            <a:r>
              <a:rPr lang="fr-FR" sz="1500" b="0" u="sng" dirty="0" err="1"/>
              <a:t>Webbrowser</a:t>
            </a:r>
            <a:r>
              <a:rPr lang="fr-FR" sz="1500" b="0" dirty="0"/>
              <a:t> : Le module de navigateur Web fournit une interface de bonne qualité pour permettre l'affichage de documents Web aux utilisateurs.</a:t>
            </a:r>
          </a:p>
          <a:p>
            <a:pPr fontAlgn="auto">
              <a:defRPr/>
            </a:pPr>
            <a:endParaRPr lang="fr-FR" u="sng" dirty="0" smtClean="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a:xfrm>
            <a:off x="295226" y="192338"/>
            <a:ext cx="8792894" cy="427037"/>
          </a:xfrm>
        </p:spPr>
        <p:txBody>
          <a:bodyPr>
            <a:noAutofit/>
          </a:bodyPr>
          <a:lstStyle/>
          <a:p>
            <a:r>
              <a:rPr lang="fr-FR" sz="2000" dirty="0"/>
              <a:t>Description des packages nécessaires à la bonne exécution des scripts</a:t>
            </a:r>
            <a:endParaRPr lang="fr-FR" sz="1800" dirty="0"/>
          </a:p>
        </p:txBody>
      </p:sp>
    </p:spTree>
    <p:extLst>
      <p:ext uri="{BB962C8B-B14F-4D97-AF65-F5344CB8AC3E}">
        <p14:creationId xmlns:p14="http://schemas.microsoft.com/office/powerpoint/2010/main" val="36097245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606208" cy="1693359"/>
          </a:xfrm>
        </p:spPr>
        <p:txBody>
          <a:bodyPr/>
          <a:lstStyle/>
          <a:p>
            <a:r>
              <a:rPr lang="fr-FR" sz="2800" dirty="0"/>
              <a:t>Attendu pour la soutenance et évaluation</a:t>
            </a:r>
            <a:endParaRPr lang="fr-FR" dirty="0"/>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5</a:t>
            </a:r>
          </a:p>
        </p:txBody>
      </p:sp>
    </p:spTree>
    <p:extLst>
      <p:ext uri="{BB962C8B-B14F-4D97-AF65-F5344CB8AC3E}">
        <p14:creationId xmlns:p14="http://schemas.microsoft.com/office/powerpoint/2010/main" val="100061096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7698872" y="1700948"/>
            <a:ext cx="855848" cy="290899"/>
          </a:xfrm>
          <a:ln>
            <a:noFill/>
          </a:ln>
        </p:spPr>
        <p:txBody>
          <a:bodyPr/>
          <a:lstStyle/>
          <a:p>
            <a:pPr marL="0" indent="0">
              <a:buNone/>
            </a:pPr>
            <a:r>
              <a:rPr lang="fr-FR" sz="1400" dirty="0" smtClean="0"/>
              <a:t>6 Points</a:t>
            </a:r>
          </a:p>
          <a:p>
            <a:pPr marL="0" indent="0" fontAlgn="auto">
              <a:buNone/>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lstStyle/>
          <a:p>
            <a:r>
              <a:rPr lang="fr-FR" dirty="0"/>
              <a:t>Attendu pour la soutenance et évaluation</a:t>
            </a:r>
          </a:p>
        </p:txBody>
      </p:sp>
      <p:sp>
        <p:nvSpPr>
          <p:cNvPr id="16"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444632" y="1015614"/>
            <a:ext cx="6692768" cy="3045196"/>
          </a:xfrm>
          <a:ln>
            <a:noFill/>
          </a:ln>
        </p:spPr>
        <p:txBody>
          <a:bodyPr/>
          <a:lstStyle/>
          <a:p>
            <a:pPr marL="0" indent="0">
              <a:buNone/>
            </a:pPr>
            <a:r>
              <a:rPr lang="fr-FR" sz="1400" dirty="0" smtClean="0"/>
              <a:t>L’évaluation </a:t>
            </a:r>
            <a:r>
              <a:rPr lang="fr-FR" sz="1400" dirty="0"/>
              <a:t>de votre projet se fera : </a:t>
            </a:r>
            <a:endParaRPr lang="fr-FR" sz="1400" dirty="0" smtClean="0"/>
          </a:p>
          <a:p>
            <a:pPr marL="0" indent="0">
              <a:buNone/>
            </a:pPr>
            <a:endParaRPr lang="fr-FR" sz="1400" dirty="0"/>
          </a:p>
          <a:p>
            <a:pPr>
              <a:buFontTx/>
              <a:buChar char="-"/>
            </a:pPr>
            <a:r>
              <a:rPr lang="fr-FR" sz="1400" dirty="0"/>
              <a:t>Théorie de la navigation : explication des algorithmes et </a:t>
            </a:r>
            <a:r>
              <a:rPr lang="fr-FR" sz="1400" dirty="0" smtClean="0"/>
              <a:t>des </a:t>
            </a:r>
            <a:r>
              <a:rPr lang="fr-FR" sz="1400" dirty="0"/>
              <a:t>choix de </a:t>
            </a:r>
            <a:r>
              <a:rPr lang="fr-FR" sz="1400" dirty="0" smtClean="0"/>
              <a:t>conception</a:t>
            </a:r>
          </a:p>
          <a:p>
            <a:pPr>
              <a:buFontTx/>
              <a:buChar char="-"/>
            </a:pPr>
            <a:endParaRPr lang="fr-FR" sz="1400" dirty="0"/>
          </a:p>
          <a:p>
            <a:pPr>
              <a:buFontTx/>
              <a:buChar char="-"/>
            </a:pPr>
            <a:r>
              <a:rPr lang="fr-FR" sz="1400" dirty="0"/>
              <a:t>Performance de la solution : présentation des résultats et quantification</a:t>
            </a:r>
            <a:r>
              <a:rPr lang="fr-FR" sz="1400" dirty="0" smtClean="0"/>
              <a:t>.</a:t>
            </a:r>
          </a:p>
          <a:p>
            <a:pPr>
              <a:buFontTx/>
              <a:buChar char="-"/>
            </a:pPr>
            <a:endParaRPr lang="fr-FR" sz="1400" dirty="0"/>
          </a:p>
          <a:p>
            <a:pPr>
              <a:buFontTx/>
              <a:buChar char="-"/>
            </a:pPr>
            <a:r>
              <a:rPr lang="fr-FR" sz="1400" dirty="0"/>
              <a:t>Robustesse sur un nouveau jeu de données : exécution de votre script sur un troisième jeu de donnée fourni le jour de la soutenance</a:t>
            </a:r>
            <a:r>
              <a:rPr lang="fr-FR" sz="1400" dirty="0" smtClean="0"/>
              <a:t>.</a:t>
            </a:r>
          </a:p>
          <a:p>
            <a:pPr>
              <a:buFontTx/>
              <a:buChar char="-"/>
            </a:pPr>
            <a:endParaRPr lang="fr-FR" sz="1400" dirty="0"/>
          </a:p>
          <a:p>
            <a:pPr>
              <a:buFontTx/>
              <a:buChar char="-"/>
            </a:pPr>
            <a:r>
              <a:rPr lang="fr-FR" sz="1400" dirty="0"/>
              <a:t>La qualité générale de la présentation en </a:t>
            </a:r>
            <a:r>
              <a:rPr lang="fr-FR" sz="1400" dirty="0" smtClean="0"/>
              <a:t>soutenance</a:t>
            </a:r>
            <a:endParaRPr lang="fr-FR" sz="1400" dirty="0"/>
          </a:p>
        </p:txBody>
      </p:sp>
      <p:sp>
        <p:nvSpPr>
          <p:cNvPr id="17"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7698872" y="2390602"/>
            <a:ext cx="855848" cy="290899"/>
          </a:xfrm>
          <a:ln>
            <a:noFill/>
          </a:ln>
        </p:spPr>
        <p:txBody>
          <a:bodyPr/>
          <a:lstStyle/>
          <a:p>
            <a:pPr marL="0" indent="0">
              <a:buNone/>
            </a:pPr>
            <a:r>
              <a:rPr lang="fr-FR" sz="1400" dirty="0" smtClean="0"/>
              <a:t>6 Points</a:t>
            </a:r>
          </a:p>
          <a:p>
            <a:pPr marL="0" indent="0" fontAlgn="auto">
              <a:buNone/>
              <a:defRPr/>
            </a:pPr>
            <a:endParaRPr lang="fr-FR" dirty="0" smtClean="0"/>
          </a:p>
          <a:p>
            <a:pPr lvl="1"/>
            <a:endParaRPr lang="fr-FR" dirty="0"/>
          </a:p>
        </p:txBody>
      </p:sp>
      <p:sp>
        <p:nvSpPr>
          <p:cNvPr id="18"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7698872" y="3080256"/>
            <a:ext cx="855848" cy="290899"/>
          </a:xfrm>
          <a:ln>
            <a:noFill/>
          </a:ln>
        </p:spPr>
        <p:txBody>
          <a:bodyPr/>
          <a:lstStyle/>
          <a:p>
            <a:pPr marL="0" indent="0">
              <a:buNone/>
            </a:pPr>
            <a:r>
              <a:rPr lang="fr-FR" sz="1400" dirty="0"/>
              <a:t>4</a:t>
            </a:r>
            <a:r>
              <a:rPr lang="fr-FR" sz="1400" dirty="0" smtClean="0"/>
              <a:t> Points</a:t>
            </a:r>
          </a:p>
          <a:p>
            <a:pPr marL="0" indent="0" fontAlgn="auto">
              <a:buNone/>
              <a:defRPr/>
            </a:pPr>
            <a:endParaRPr lang="fr-FR" dirty="0" smtClean="0"/>
          </a:p>
          <a:p>
            <a:pPr lvl="1"/>
            <a:endParaRPr lang="fr-FR" dirty="0"/>
          </a:p>
        </p:txBody>
      </p:sp>
      <p:sp>
        <p:nvSpPr>
          <p:cNvPr id="19"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7698872" y="3769910"/>
            <a:ext cx="855848" cy="290899"/>
          </a:xfrm>
          <a:ln>
            <a:noFill/>
          </a:ln>
        </p:spPr>
        <p:txBody>
          <a:bodyPr/>
          <a:lstStyle/>
          <a:p>
            <a:pPr marL="0" indent="0">
              <a:buNone/>
            </a:pPr>
            <a:r>
              <a:rPr lang="fr-FR" sz="1400" dirty="0"/>
              <a:t>4</a:t>
            </a:r>
            <a:r>
              <a:rPr lang="fr-FR" sz="1400" dirty="0" smtClean="0"/>
              <a:t> Points</a:t>
            </a:r>
          </a:p>
          <a:p>
            <a:pPr marL="0" indent="0" fontAlgn="auto">
              <a:buNone/>
              <a:defRPr/>
            </a:pPr>
            <a:endParaRPr lang="fr-FR" dirty="0" smtClean="0"/>
          </a:p>
          <a:p>
            <a:pPr lvl="1"/>
            <a:endParaRPr lang="fr-FR" dirty="0"/>
          </a:p>
        </p:txBody>
      </p:sp>
    </p:spTree>
    <p:extLst>
      <p:ext uri="{BB962C8B-B14F-4D97-AF65-F5344CB8AC3E}">
        <p14:creationId xmlns:p14="http://schemas.microsoft.com/office/powerpoint/2010/main" val="249077739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Espace réservé pour une image  25">
            <a:extLst>
              <a:ext uri="{FF2B5EF4-FFF2-40B4-BE49-F238E27FC236}">
                <a16:creationId xmlns:a16="http://schemas.microsoft.com/office/drawing/2014/main" id="{61F22812-CA07-2295-E2E3-3C43623D6A9F}"/>
              </a:ext>
            </a:extLst>
          </p:cNvPr>
          <p:cNvPicPr>
            <a:picLocks noGrp="1" noChangeAspect="1"/>
          </p:cNvPicPr>
          <p:nvPr>
            <p:ph type="pic" sz="quarter" idx="22"/>
          </p:nvPr>
        </p:nvPicPr>
        <p:blipFill>
          <a:blip r:embed="rId2"/>
          <a:srcRect/>
          <a:stretch/>
        </p:blipFill>
        <p:spPr>
          <a:xfrm>
            <a:off x="971" y="0"/>
            <a:ext cx="3649201" cy="5145088"/>
          </a:xfrm>
        </p:spPr>
      </p:pic>
      <p:sp>
        <p:nvSpPr>
          <p:cNvPr id="22" name="Espace réservé du texte 21">
            <a:extLst>
              <a:ext uri="{FF2B5EF4-FFF2-40B4-BE49-F238E27FC236}">
                <a16:creationId xmlns:a16="http://schemas.microsoft.com/office/drawing/2014/main" id="{7954B7BA-2236-27D2-8293-6903062AFB47}"/>
              </a:ext>
            </a:extLst>
          </p:cNvPr>
          <p:cNvSpPr>
            <a:spLocks noGrp="1"/>
          </p:cNvSpPr>
          <p:nvPr>
            <p:ph type="body" sz="quarter" idx="10"/>
          </p:nvPr>
        </p:nvSpPr>
        <p:spPr>
          <a:xfrm>
            <a:off x="4104655" y="1767832"/>
            <a:ext cx="4606208" cy="1693359"/>
          </a:xfrm>
        </p:spPr>
        <p:txBody>
          <a:bodyPr/>
          <a:lstStyle/>
          <a:p>
            <a:r>
              <a:rPr lang="fr-FR" sz="2800" dirty="0"/>
              <a:t>Mise en place du nouveau jeu de données lors de la soutenance</a:t>
            </a:r>
            <a:endParaRPr lang="fr-FR" dirty="0"/>
          </a:p>
        </p:txBody>
      </p:sp>
      <p:sp>
        <p:nvSpPr>
          <p:cNvPr id="23" name="Espace réservé du texte 22">
            <a:extLst>
              <a:ext uri="{FF2B5EF4-FFF2-40B4-BE49-F238E27FC236}">
                <a16:creationId xmlns:a16="http://schemas.microsoft.com/office/drawing/2014/main" id="{D8ADB256-2181-16C6-6EF8-693B28AD02C0}"/>
              </a:ext>
            </a:extLst>
          </p:cNvPr>
          <p:cNvSpPr>
            <a:spLocks noGrp="1"/>
          </p:cNvSpPr>
          <p:nvPr>
            <p:ph type="body" sz="quarter" idx="13"/>
          </p:nvPr>
        </p:nvSpPr>
        <p:spPr/>
        <p:txBody>
          <a:bodyPr/>
          <a:lstStyle/>
          <a:p>
            <a:r>
              <a:rPr lang="fr-FR" dirty="0" smtClean="0"/>
              <a:t>Chapitre </a:t>
            </a:r>
            <a:r>
              <a:rPr lang="fr-FR" dirty="0"/>
              <a:t>6</a:t>
            </a:r>
          </a:p>
        </p:txBody>
      </p:sp>
    </p:spTree>
    <p:extLst>
      <p:ext uri="{BB962C8B-B14F-4D97-AF65-F5344CB8AC3E}">
        <p14:creationId xmlns:p14="http://schemas.microsoft.com/office/powerpoint/2010/main" val="99716763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a:extLst>
              <a:ext uri="{FF2B5EF4-FFF2-40B4-BE49-F238E27FC236}">
                <a16:creationId xmlns:a16="http://schemas.microsoft.com/office/drawing/2014/main" id="{58484D87-5C76-BFF1-6E4B-8AE48FE74DFB}"/>
              </a:ext>
            </a:extLst>
          </p:cNvPr>
          <p:cNvSpPr>
            <a:spLocks noGrp="1"/>
          </p:cNvSpPr>
          <p:nvPr>
            <p:ph type="ftr" sz="quarter" idx="3"/>
          </p:nvPr>
        </p:nvSpPr>
        <p:spPr/>
        <p:txBody>
          <a:bodyPr/>
          <a:lstStyle/>
          <a:p>
            <a:r>
              <a:rPr lang="fr-FR" smtClean="0"/>
              <a:t>CIPN / Safran Electronics &amp; Defense / 30/09/2024</a:t>
            </a:r>
            <a:endParaRPr lang="fr-FR" dirty="0"/>
          </a:p>
        </p:txBody>
      </p:sp>
      <p:sp>
        <p:nvSpPr>
          <p:cNvPr id="5" name="Espace réservé du texte 4">
            <a:extLst>
              <a:ext uri="{FF2B5EF4-FFF2-40B4-BE49-F238E27FC236}">
                <a16:creationId xmlns:a16="http://schemas.microsoft.com/office/drawing/2014/main" id="{626EDE6B-C18B-4C6F-860E-719D594F09BF}"/>
              </a:ext>
            </a:extLst>
          </p:cNvPr>
          <p:cNvSpPr>
            <a:spLocks noGrp="1"/>
          </p:cNvSpPr>
          <p:nvPr>
            <p:ph type="body" sz="quarter" idx="10"/>
          </p:nvPr>
        </p:nvSpPr>
        <p:spPr>
          <a:xfrm>
            <a:off x="292232" y="863213"/>
            <a:ext cx="8562966" cy="3622675"/>
          </a:xfrm>
          <a:ln>
            <a:noFill/>
          </a:ln>
        </p:spPr>
        <p:txBody>
          <a:bodyPr/>
          <a:lstStyle/>
          <a:p>
            <a:pPr marL="0" indent="0">
              <a:buNone/>
            </a:pPr>
            <a:r>
              <a:rPr lang="fr-FR" sz="1400" dirty="0" smtClean="0"/>
              <a:t>Lorsque vous recevrez le nouveau jeu de données lors de la soutenance vous devrez suivre les étapes suivantes afin de pouvoir réussir l’importation de celui-ci dans votre script principal.</a:t>
            </a:r>
          </a:p>
          <a:p>
            <a:pPr marL="0" indent="0">
              <a:buNone/>
            </a:pPr>
            <a:endParaRPr lang="fr-FR" sz="1400" dirty="0"/>
          </a:p>
          <a:p>
            <a:pPr>
              <a:buFontTx/>
              <a:buChar char="-"/>
            </a:pPr>
            <a:r>
              <a:rPr lang="fr-FR" sz="1400" b="0" dirty="0" smtClean="0"/>
              <a:t>Gardez le nom et la mise en forme de celui-ci</a:t>
            </a:r>
          </a:p>
          <a:p>
            <a:pPr>
              <a:buFontTx/>
              <a:buChar char="-"/>
            </a:pPr>
            <a:endParaRPr lang="fr-FR" sz="1400" b="0" dirty="0" smtClean="0"/>
          </a:p>
          <a:p>
            <a:pPr>
              <a:buFontTx/>
              <a:buChar char="-"/>
            </a:pPr>
            <a:r>
              <a:rPr lang="fr-FR" sz="1400" b="0" dirty="0" smtClean="0"/>
              <a:t>Enregistrez-le dans le dossier correspondant à votre hybridation.</a:t>
            </a:r>
          </a:p>
          <a:p>
            <a:pPr>
              <a:buFontTx/>
              <a:buChar char="-"/>
            </a:pPr>
            <a:endParaRPr lang="fr-FR" sz="1400" b="0" dirty="0"/>
          </a:p>
          <a:p>
            <a:pPr>
              <a:buFontTx/>
              <a:buChar char="-"/>
            </a:pPr>
            <a:endParaRPr lang="fr-FR" sz="1400" b="0" dirty="0" smtClean="0"/>
          </a:p>
          <a:p>
            <a:pPr>
              <a:buFontTx/>
              <a:buChar char="-"/>
            </a:pPr>
            <a:endParaRPr lang="fr-FR" sz="1400" b="0" dirty="0" smtClean="0"/>
          </a:p>
          <a:p>
            <a:pPr>
              <a:buFontTx/>
              <a:buChar char="-"/>
            </a:pPr>
            <a:r>
              <a:rPr lang="fr-FR" sz="1400" b="0" dirty="0" smtClean="0"/>
              <a:t>Dans les scripts principaux veillez à changer la variable « CHOIX_TRAJ » avec le choix suivant : « soutenance » et à garder la variable CHOIX_HYB avec le nom de votre hybridation.</a:t>
            </a:r>
          </a:p>
          <a:p>
            <a:pPr marL="0" indent="0">
              <a:buNone/>
            </a:pPr>
            <a:r>
              <a:rPr lang="fr-FR" sz="1400" b="0" dirty="0" smtClean="0"/>
              <a:t>De cette façon le script sera à même d’aller récupérer le nouveau fichier et à l’importer dans le script principal.</a:t>
            </a:r>
            <a:endParaRPr lang="fr-FR" sz="1400" b="0" dirty="0"/>
          </a:p>
          <a:p>
            <a:pPr marL="0" indent="0">
              <a:buNone/>
            </a:pPr>
            <a:endParaRPr lang="fr-FR" sz="1400" dirty="0"/>
          </a:p>
          <a:p>
            <a:pPr marL="0" indent="0" fontAlgn="auto">
              <a:buNone/>
              <a:defRPr/>
            </a:pPr>
            <a:endParaRPr lang="fr-FR" dirty="0" smtClean="0"/>
          </a:p>
          <a:p>
            <a:pPr lvl="1"/>
            <a:endParaRPr lang="fr-FR" dirty="0"/>
          </a:p>
        </p:txBody>
      </p:sp>
      <p:sp>
        <p:nvSpPr>
          <p:cNvPr id="4" name="Titre 3">
            <a:extLst>
              <a:ext uri="{FF2B5EF4-FFF2-40B4-BE49-F238E27FC236}">
                <a16:creationId xmlns:a16="http://schemas.microsoft.com/office/drawing/2014/main" id="{C9A328DD-9046-495F-88F1-73847CD62CC6}"/>
              </a:ext>
            </a:extLst>
          </p:cNvPr>
          <p:cNvSpPr>
            <a:spLocks noGrp="1"/>
          </p:cNvSpPr>
          <p:nvPr>
            <p:ph type="title"/>
          </p:nvPr>
        </p:nvSpPr>
        <p:spPr/>
        <p:txBody>
          <a:bodyPr>
            <a:normAutofit fontScale="90000"/>
          </a:bodyPr>
          <a:lstStyle/>
          <a:p>
            <a:r>
              <a:rPr lang="fr-FR" dirty="0"/>
              <a:t>Mise en place du nouveau jeu de données lors de la soutenance</a:t>
            </a:r>
          </a:p>
        </p:txBody>
      </p:sp>
      <p:pic>
        <p:nvPicPr>
          <p:cNvPr id="2" name="Image 1"/>
          <p:cNvPicPr>
            <a:picLocks noChangeAspect="1"/>
          </p:cNvPicPr>
          <p:nvPr/>
        </p:nvPicPr>
        <p:blipFill>
          <a:blip r:embed="rId2"/>
          <a:stretch>
            <a:fillRect/>
          </a:stretch>
        </p:blipFill>
        <p:spPr>
          <a:xfrm>
            <a:off x="6273481" y="2011680"/>
            <a:ext cx="1418977" cy="770520"/>
          </a:xfrm>
          <a:prstGeom prst="rect">
            <a:avLst/>
          </a:prstGeom>
        </p:spPr>
      </p:pic>
    </p:spTree>
    <p:extLst>
      <p:ext uri="{BB962C8B-B14F-4D97-AF65-F5344CB8AC3E}">
        <p14:creationId xmlns:p14="http://schemas.microsoft.com/office/powerpoint/2010/main" val="390954447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CFDA6156-949B-AA03-92C0-CF2842C456F5}"/>
              </a:ext>
            </a:extLst>
          </p:cNvPr>
          <p:cNvSpPr>
            <a:spLocks noGrp="1"/>
          </p:cNvSpPr>
          <p:nvPr>
            <p:ph type="ftr" sz="quarter" idx="3"/>
          </p:nvPr>
        </p:nvSpPr>
        <p:spPr/>
        <p:txBody>
          <a:bodyPr/>
          <a:lstStyle/>
          <a:p>
            <a:r>
              <a:rPr lang="fr-FR" smtClean="0"/>
              <a:t>CIPN / Safran Electronics &amp; Defense / 30/09/2024</a:t>
            </a:r>
            <a:endParaRPr lang="fr-FR" dirty="0"/>
          </a:p>
        </p:txBody>
      </p:sp>
    </p:spTree>
    <p:extLst>
      <p:ext uri="{BB962C8B-B14F-4D97-AF65-F5344CB8AC3E}">
        <p14:creationId xmlns:p14="http://schemas.microsoft.com/office/powerpoint/2010/main" val="3554744069"/>
      </p:ext>
    </p:extLst>
  </p:cSld>
  <p:clrMapOvr>
    <a:masterClrMapping/>
  </p:clrMapOvr>
  <p:transition>
    <p:fade/>
  </p:transition>
</p:sld>
</file>

<file path=ppt/theme/theme1.xml><?xml version="1.0" encoding="utf-8"?>
<a:theme xmlns:a="http://schemas.openxmlformats.org/drawingml/2006/main" name="CORPORATE">
  <a:themeElements>
    <a:clrScheme name="Corporate">
      <a:dk1>
        <a:srgbClr val="070E1D"/>
      </a:dk1>
      <a:lt1>
        <a:srgbClr val="FFFFFF"/>
      </a:lt1>
      <a:dk2>
        <a:srgbClr val="474E67"/>
      </a:dk2>
      <a:lt2>
        <a:srgbClr val="7D7B8D"/>
      </a:lt2>
      <a:accent1>
        <a:srgbClr val="3B87CC"/>
      </a:accent1>
      <a:accent2>
        <a:srgbClr val="112753"/>
      </a:accent2>
      <a:accent3>
        <a:srgbClr val="EFF1F6"/>
      </a:accent3>
      <a:accent4>
        <a:srgbClr val="112753"/>
      </a:accent4>
      <a:accent5>
        <a:srgbClr val="3B87CC"/>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PINK">
  <a:themeElements>
    <a:clrScheme name="Pink">
      <a:dk1>
        <a:srgbClr val="070E1D"/>
      </a:dk1>
      <a:lt1>
        <a:srgbClr val="FFFFFF"/>
      </a:lt1>
      <a:dk2>
        <a:srgbClr val="474E67"/>
      </a:dk2>
      <a:lt2>
        <a:srgbClr val="7D7B8D"/>
      </a:lt2>
      <a:accent1>
        <a:srgbClr val="3B87CC"/>
      </a:accent1>
      <a:accent2>
        <a:srgbClr val="112753"/>
      </a:accent2>
      <a:accent3>
        <a:srgbClr val="EFF1F6"/>
      </a:accent3>
      <a:accent4>
        <a:srgbClr val="C31E4B"/>
      </a:accent4>
      <a:accent5>
        <a:srgbClr val="EB3986"/>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RANGE">
  <a:themeElements>
    <a:clrScheme name="Orange">
      <a:dk1>
        <a:srgbClr val="070E1D"/>
      </a:dk1>
      <a:lt1>
        <a:srgbClr val="FFFFFF"/>
      </a:lt1>
      <a:dk2>
        <a:srgbClr val="474E67"/>
      </a:dk2>
      <a:lt2>
        <a:srgbClr val="7D7B8D"/>
      </a:lt2>
      <a:accent1>
        <a:srgbClr val="3B87CC"/>
      </a:accent1>
      <a:accent2>
        <a:srgbClr val="112753"/>
      </a:accent2>
      <a:accent3>
        <a:srgbClr val="EFF1F6"/>
      </a:accent3>
      <a:accent4>
        <a:srgbClr val="FF7800"/>
      </a:accent4>
      <a:accent5>
        <a:srgbClr val="FFB600"/>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GREEN">
  <a:themeElements>
    <a:clrScheme name="Vert">
      <a:dk1>
        <a:srgbClr val="070E1D"/>
      </a:dk1>
      <a:lt1>
        <a:srgbClr val="FFFFFF"/>
      </a:lt1>
      <a:dk2>
        <a:srgbClr val="474E67"/>
      </a:dk2>
      <a:lt2>
        <a:srgbClr val="7D7B8D"/>
      </a:lt2>
      <a:accent1>
        <a:srgbClr val="3B87CC"/>
      </a:accent1>
      <a:accent2>
        <a:srgbClr val="112753"/>
      </a:accent2>
      <a:accent3>
        <a:srgbClr val="EFF1F6"/>
      </a:accent3>
      <a:accent4>
        <a:srgbClr val="00491E"/>
      </a:accent4>
      <a:accent5>
        <a:srgbClr val="2CC84D"/>
      </a:accent5>
      <a:accent6>
        <a:srgbClr val="000000"/>
      </a:accent6>
      <a:hlink>
        <a:srgbClr val="1265A2"/>
      </a:hlink>
      <a:folHlink>
        <a:srgbClr val="452BA2"/>
      </a:folHlink>
    </a:clrScheme>
    <a:fontScheme name="Personnalisé 1">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RollupImage xmlns="http://schemas.microsoft.com/sharepoint/v3" xsi:nil="true"/>
    <j0d00d49c94f4a41889fe0a90686fcf3 xmlns="594212a7-a8eb-497d-bd6b-0e3a174923ee">
      <Terms xmlns="http://schemas.microsoft.com/office/infopath/2007/PartnerControls">
        <TermInfo xmlns="http://schemas.microsoft.com/office/infopath/2007/PartnerControls">
          <TermName xmlns="http://schemas.microsoft.com/office/infopath/2007/PartnerControls">Modèle de PowerPoint</TermName>
          <TermId xmlns="http://schemas.microsoft.com/office/infopath/2007/PartnerControls">80c833d3-038d-45cb-b65f-a8d2234b6314</TermId>
        </TermInfo>
      </Terms>
    </j0d00d49c94f4a41889fe0a90686fcf3>
    <SharePoint_Group_Language xmlns="594212a7-a8eb-497d-bd6b-0e3a174923ee">0</SharePoint_Group_Language>
    <fd69f967cfe64500a3ea9d72cb3281b0 xmlns="594212a7-a8eb-497d-bd6b-0e3a174923ee">
      <Terms xmlns="http://schemas.microsoft.com/office/infopath/2007/PartnerControls"/>
    </fd69f967cfe64500a3ea9d72cb3281b0>
    <TaxCatchAllLabel xmlns="594212a7-a8eb-497d-bd6b-0e3a174923ee"/>
    <SAF_RollupImageUrl xmlns="594212a7-a8eb-497d-bd6b-0e3a174923ee" xsi:nil="true"/>
    <m7fd08401b3947dfa98de00fecb0dae1 xmlns="594212a7-a8eb-497d-bd6b-0e3a174923ee">
      <Terms xmlns="http://schemas.microsoft.com/office/infopath/2007/PartnerControls"/>
    </m7fd08401b3947dfa98de00fecb0dae1>
    <bf182a5ee3d048a18e411565aa2e2f45 xmlns="594212a7-a8eb-497d-bd6b-0e3a174923ee">
      <Terms xmlns="http://schemas.microsoft.com/office/infopath/2007/PartnerControls"/>
    </bf182a5ee3d048a18e411565aa2e2f45>
    <e52db41c680243efb0b30a61ab228ec7 xmlns="594212a7-a8eb-497d-bd6b-0e3a174923ee">
      <Terms xmlns="http://schemas.microsoft.com/office/infopath/2007/PartnerControls"/>
    </e52db41c680243efb0b30a61ab228ec7>
    <e2fa6dee792b43efac6bb28cb4245109 xmlns="594212a7-a8eb-497d-bd6b-0e3a174923ee">
      <Terms xmlns="http://schemas.microsoft.com/office/infopath/2007/PartnerControls">
        <TermInfo xmlns="http://schemas.microsoft.com/office/infopath/2007/PartnerControls">
          <TermName xmlns="http://schemas.microsoft.com/office/infopath/2007/PartnerControls">Safran Electronics and Defense</TermName>
          <TermId xmlns="http://schemas.microsoft.com/office/infopath/2007/PartnerControls">09be7f39-4113-4616-9cb0-773043a7aa11</TermId>
        </TermInfo>
      </Terms>
    </e2fa6dee792b43efac6bb28cb4245109>
    <TaxCatchAll xmlns="594212a7-a8eb-497d-bd6b-0e3a174923ee">
      <Value>66</Value>
      <Value>3</Value>
      <Value>2</Value>
    </TaxCatchAll>
    <hbb7c253cca74a7eb37893d2c784478e xmlns="594212a7-a8eb-497d-bd6b-0e3a174923ee">
      <Terms xmlns="http://schemas.microsoft.com/office/infopath/2007/PartnerControls">
        <TermInfo xmlns="http://schemas.microsoft.com/office/infopath/2007/PartnerControls">
          <TermName xmlns="http://schemas.microsoft.com/office/infopath/2007/PartnerControls">Société de rang 1</TermName>
          <TermId xmlns="http://schemas.microsoft.com/office/infopath/2007/PartnerControls">153bb90e-11c3-427f-ad6a-31f0311df60b</TermId>
        </TermInfo>
      </Terms>
    </hbb7c253cca74a7eb37893d2c784478e>
    <ad37d51a25df4e05a3b157053c5270a3 xmlns="594212a7-a8eb-497d-bd6b-0e3a174923ee">
      <Terms xmlns="http://schemas.microsoft.com/office/infopath/2007/PartnerControls"/>
    </ad37d51a25df4e05a3b157053c5270a3>
    <l0cedefb36e74dc2b968aa0e806ff5e3 xmlns="594212a7-a8eb-497d-bd6b-0e3a174923ee">
      <Terms xmlns="http://schemas.microsoft.com/office/infopath/2007/PartnerControls"/>
    </l0cedefb36e74dc2b968aa0e806ff5e3>
    <TaxKeywordTaxHTField xmlns="594212a7-a8eb-497d-bd6b-0e3a174923ee">
      <Terms xmlns="http://schemas.microsoft.com/office/infopath/2007/PartnerControls"/>
    </TaxKeywordTaxHTField>
    <a825e358ec1643889847765ed6ff8a73 xmlns="594212a7-a8eb-497d-bd6b-0e3a174923ee">
      <Terms xmlns="http://schemas.microsoft.com/office/infopath/2007/PartnerControls"/>
    </a825e358ec1643889847765ed6ff8a73>
    <Audience xmlns="http://schemas.microsoft.com/sharepoint/v3">b1fcddf0-eb02-40cf-999e-f891355df569;;;;</Audience>
    <SAF_DateDeMiseAJour xmlns="594212a7-a8eb-497d-bd6b-0e3a174923ee">2022-07-17T22:00:00+00:00</SAF_DateDeMiseAJour>
    <SAF_Descriptif xmlns="594212a7-a8eb-497d-bd6b-0e3a174923ee">Template PowerPoint Safran Electronics &amp; Defense (2023) </SAF_Descriptif>
    <caf53a6a65da4c24b32d62b4b62720b3 xmlns="594212a7-a8eb-497d-bd6b-0e3a174923ee">
      <Terms xmlns="http://schemas.microsoft.com/office/infopath/2007/PartnerControls"/>
    </caf53a6a65da4c24b32d62b4b62720b3>
    <SAF_Auteur xmlns="594212a7-a8eb-497d-bd6b-0e3a174923ee" xsi:nil="true"/>
    <SharePoint_Item_Language xmlns="594212a7-a8eb-497d-bd6b-0e3a174923ee">FR</SharePoint_Item_Language>
  </documentManagement>
</p:properties>
</file>

<file path=customXml/item2.xml><?xml version="1.0" encoding="utf-8"?>
<ct:contentTypeSchema xmlns:ct="http://schemas.microsoft.com/office/2006/metadata/contentType" xmlns:ma="http://schemas.microsoft.com/office/2006/metadata/properties/metaAttributes" ct:_="" ma:_="" ma:contentTypeName="Insite document" ma:contentTypeID="0x010100D21E0D47AF3242459E2F63E44FCC089100777D7FF5B336497A8022BDD96D52F2060073A9C0FD6552724BA132B83B91CE397D" ma:contentTypeVersion="58" ma:contentTypeDescription="Create Insite document" ma:contentTypeScope="" ma:versionID="0834857758d6a40b535fa3f4194f2e20">
  <xsd:schema xmlns:xsd="http://www.w3.org/2001/XMLSchema" xmlns:xs="http://www.w3.org/2001/XMLSchema" xmlns:p="http://schemas.microsoft.com/office/2006/metadata/properties" xmlns:ns1="http://schemas.microsoft.com/sharepoint/v3" xmlns:ns2="594212a7-a8eb-497d-bd6b-0e3a174923ee" targetNamespace="http://schemas.microsoft.com/office/2006/metadata/properties" ma:root="true" ma:fieldsID="400080546e14f9f68da4df08c0fd31f3" ns1:_="" ns2:_="">
    <xsd:import namespace="http://schemas.microsoft.com/sharepoint/v3"/>
    <xsd:import namespace="594212a7-a8eb-497d-bd6b-0e3a174923ee"/>
    <xsd:element name="properties">
      <xsd:complexType>
        <xsd:sequence>
          <xsd:element name="documentManagement">
            <xsd:complexType>
              <xsd:all>
                <xsd:element ref="ns1:Audience"/>
                <xsd:element ref="ns1:PublishingRollupImage" minOccurs="0"/>
                <xsd:element ref="ns2:TaxCatchAll" minOccurs="0"/>
                <xsd:element ref="ns2:TaxCatchAllLabel" minOccurs="0"/>
                <xsd:element ref="ns2:hbb7c253cca74a7eb37893d2c784478e" minOccurs="0"/>
                <xsd:element ref="ns2:e2fa6dee792b43efac6bb28cb4245109" minOccurs="0"/>
                <xsd:element ref="ns2:m7fd08401b3947dfa98de00fecb0dae1" minOccurs="0"/>
                <xsd:element ref="ns2:l0cedefb36e74dc2b968aa0e806ff5e3" minOccurs="0"/>
                <xsd:element ref="ns2:e52db41c680243efb0b30a61ab228ec7" minOccurs="0"/>
                <xsd:element ref="ns2:bf182a5ee3d048a18e411565aa2e2f45" minOccurs="0"/>
                <xsd:element ref="ns2:ad37d51a25df4e05a3b157053c5270a3" minOccurs="0"/>
                <xsd:element ref="ns2:fd69f967cfe64500a3ea9d72cb3281b0" minOccurs="0"/>
                <xsd:element ref="ns2:a825e358ec1643889847765ed6ff8a73" minOccurs="0"/>
                <xsd:element ref="ns2:caf53a6a65da4c24b32d62b4b62720b3" minOccurs="0"/>
                <xsd:element ref="ns2:j0d00d49c94f4a41889fe0a90686fcf3" minOccurs="0"/>
                <xsd:element ref="ns2:SAF_Descriptif"/>
                <xsd:element ref="ns2:SAF_DateDeMiseAJour"/>
                <xsd:element ref="ns2:SAF_Auteur" minOccurs="0"/>
                <xsd:element ref="ns2:SharePoint_Item_Language"/>
                <xsd:element ref="ns2:SharePoint_Group_Language" minOccurs="0"/>
                <xsd:element ref="ns2:SAF_RollupImageUrl" minOccurs="0"/>
                <xsd:element ref="ns2: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udience" ma:index="8" ma:displayName="Audiences ciblées" ma:description="La colonne de site Audiences ciblées est créée par la fonctionnalité de publication. Elle permet de spécifier les audiences auxquelles cette page est destinée." ma:internalName="Audience" ma:readOnly="false">
      <xsd:simpleType>
        <xsd:restriction base="dms:Unknown"/>
      </xsd:simpleType>
    </xsd:element>
    <xsd:element name="PublishingRollupImage" ma:index="9" nillable="true" ma:displayName="Rollup image" ma:description="La colonne de site Image Report est créée par la fonctionnalité de publication. Elle est utilisée sur le type de contenu Page comme image pour la page affichée dans les reports de contenu tels que le composant WebPart Contenu par recherche." ma:internalName="PublishingRollupImag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4212a7-a8eb-497d-bd6b-0e3a174923ee"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9065baee-787a-4b2c-9a5f-8c0ff377cc98}" ma:internalName="TaxCatchAll" ma:readOnly="false" ma:showField="CatchAllData" ma:web="b94a37a2-e238-44ac-b4eb-e030a9b276fc">
      <xsd:complexType>
        <xsd:complexContent>
          <xsd:extension base="dms:MultiChoiceLookup">
            <xsd:sequence>
              <xsd:element name="Value" type="dms:Lookup" maxOccurs="unbounded" minOccurs="0" nillable="true"/>
            </xsd:sequence>
          </xsd:extension>
        </xsd:complexContent>
      </xsd:complexType>
    </xsd:element>
    <xsd:element name="TaxCatchAllLabel" ma:index="11" nillable="true" ma:displayName="Taxonomy Catch All Column1" ma:description="" ma:hidden="true" ma:list="{9065baee-787a-4b2c-9a5f-8c0ff377cc98}" ma:internalName="TaxCatchAllLabel" ma:readOnly="false" ma:showField="CatchAllDataLabel" ma:web="b94a37a2-e238-44ac-b4eb-e030a9b276fc">
      <xsd:complexType>
        <xsd:complexContent>
          <xsd:extension base="dms:MultiChoiceLookup">
            <xsd:sequence>
              <xsd:element name="Value" type="dms:Lookup" maxOccurs="unbounded" minOccurs="0" nillable="true"/>
            </xsd:sequence>
          </xsd:extension>
        </xsd:complexContent>
      </xsd:complexType>
    </xsd:element>
    <xsd:element name="hbb7c253cca74a7eb37893d2c784478e" ma:index="12" ma:taxonomy="true" ma:internalName="hbb7c253cca74a7eb37893d2c784478e" ma:taxonomyFieldName="SAF_Perimetre" ma:displayName="Périmètre" ma:readOnly="false" ma:fieldId="{1bb7c253-cca7-4a7e-b378-93d2c784478e}" ma:sspId="45132351-61c7-4947-8fdd-28b295696121" ma:termSetId="1b45f720-bd19-43cd-a0f9-8331ec2f35d1" ma:anchorId="00000000-0000-0000-0000-000000000000" ma:open="false" ma:isKeyword="false">
      <xsd:complexType>
        <xsd:sequence>
          <xsd:element ref="pc:Terms" minOccurs="0" maxOccurs="1"/>
        </xsd:sequence>
      </xsd:complexType>
    </xsd:element>
    <xsd:element name="e2fa6dee792b43efac6bb28cb4245109" ma:index="14" ma:taxonomy="true" ma:internalName="e2fa6dee792b43efac6bb28cb4245109" ma:taxonomyFieldName="SAF_Company" ma:displayName="Société de rang 1" ma:readOnly="false" ma:fieldId="{e2fa6dee-792b-43ef-ac6b-b28cb4245109}" ma:sspId="45132351-61c7-4947-8fdd-28b295696121" ma:termSetId="2dac507a-73d1-4662-b862-22cce81597d9" ma:anchorId="00000000-0000-0000-0000-000000000000" ma:open="false" ma:isKeyword="false">
      <xsd:complexType>
        <xsd:sequence>
          <xsd:element ref="pc:Terms" minOccurs="0" maxOccurs="1"/>
        </xsd:sequence>
      </xsd:complexType>
    </xsd:element>
    <xsd:element name="m7fd08401b3947dfa98de00fecb0dae1" ma:index="16" nillable="true" ma:taxonomy="true" ma:internalName="m7fd08401b3947dfa98de00fecb0dae1" ma:taxonomyFieldName="SAF_SubSidiaryLevel1" ma:displayName="Filiale de niveau 1" ma:readOnly="false" ma:fieldId="{67fd0840-1b39-47df-a98d-e00fecb0dae1}" ma:sspId="45132351-61c7-4947-8fdd-28b295696121" ma:termSetId="b2de5a41-99c4-4b96-b173-1181d39d55cd" ma:anchorId="00000000-0000-0000-0000-000000000000" ma:open="false" ma:isKeyword="false">
      <xsd:complexType>
        <xsd:sequence>
          <xsd:element ref="pc:Terms" minOccurs="0" maxOccurs="1"/>
        </xsd:sequence>
      </xsd:complexType>
    </xsd:element>
    <xsd:element name="l0cedefb36e74dc2b968aa0e806ff5e3" ma:index="18" nillable="true" ma:taxonomy="true" ma:internalName="l0cedefb36e74dc2b968aa0e806ff5e3" ma:taxonomyFieldName="SAF_SubSidiaryLevel2" ma:displayName="Filiale de niveau 2" ma:readOnly="false" ma:fieldId="{50cedefb-36e7-4dc2-b968-aa0e806ff5e3}" ma:sspId="45132351-61c7-4947-8fdd-28b295696121" ma:termSetId="efd3a833-e321-4f7c-82ad-4506f059fe79" ma:anchorId="00000000-0000-0000-0000-000000000000" ma:open="false" ma:isKeyword="false">
      <xsd:complexType>
        <xsd:sequence>
          <xsd:element ref="pc:Terms" minOccurs="0" maxOccurs="1"/>
        </xsd:sequence>
      </xsd:complexType>
    </xsd:element>
    <xsd:element name="e52db41c680243efb0b30a61ab228ec7" ma:index="20" nillable="true" ma:taxonomy="true" ma:internalName="e52db41c680243efb0b30a61ab228ec7" ma:taxonomyFieldName="SAF_Site" ma:displayName="Etablissement " ma:readOnly="false" ma:fieldId="{e52db41c-6802-43ef-b0b3-0a61ab228ec7}" ma:sspId="45132351-61c7-4947-8fdd-28b295696121" ma:termSetId="1e2c52bd-2ad3-4b44-b39c-0928818a65bc" ma:anchorId="00000000-0000-0000-0000-000000000000" ma:open="false" ma:isKeyword="false">
      <xsd:complexType>
        <xsd:sequence>
          <xsd:element ref="pc:Terms" minOccurs="0" maxOccurs="1"/>
        </xsd:sequence>
      </xsd:complexType>
    </xsd:element>
    <xsd:element name="bf182a5ee3d048a18e411565aa2e2f45" ma:index="22" nillable="true" ma:taxonomy="true" ma:internalName="bf182a5ee3d048a18e411565aa2e2f45" ma:taxonomyFieldName="SAF_Location" ma:displayName="Site" ma:readOnly="false" ma:fieldId="{bf182a5e-e3d0-48a1-8e41-1565aa2e2f45}" ma:sspId="45132351-61c7-4947-8fdd-28b295696121" ma:termSetId="95b63218-de97-4165-820e-29e8a1311d57" ma:anchorId="00000000-0000-0000-0000-000000000000" ma:open="false" ma:isKeyword="false">
      <xsd:complexType>
        <xsd:sequence>
          <xsd:element ref="pc:Terms" minOccurs="0" maxOccurs="1"/>
        </xsd:sequence>
      </xsd:complexType>
    </xsd:element>
    <xsd:element name="ad37d51a25df4e05a3b157053c5270a3" ma:index="24" nillable="true" ma:taxonomy="true" ma:internalName="ad37d51a25df4e05a3b157053c5270a3" ma:taxonomyFieldName="SAF_CrossOverFunctions" ma:displayName="Fonctions transverses" ma:default="" ma:fieldId="{ad37d51a-25df-4e05-a3b1-57053c5270a3}" ma:taxonomyMulti="true" ma:sspId="45132351-61c7-4947-8fdd-28b295696121" ma:termSetId="3f763b69-121a-4a4d-aeac-562db83cf08c" ma:anchorId="00000000-0000-0000-0000-000000000000" ma:open="false" ma:isKeyword="false">
      <xsd:complexType>
        <xsd:sequence>
          <xsd:element ref="pc:Terms" minOccurs="0" maxOccurs="1"/>
        </xsd:sequence>
      </xsd:complexType>
    </xsd:element>
    <xsd:element name="fd69f967cfe64500a3ea9d72cb3281b0" ma:index="26" nillable="true" ma:taxonomy="true" ma:internalName="fd69f967cfe64500a3ea9d72cb3281b0" ma:taxonomyFieldName="SAF_Country" ma:displayName="Pays" ma:readOnly="false" ma:fieldId="{fd69f967-cfe6-4500-a3ea-9d72cb3281b0}" ma:sspId="45132351-61c7-4947-8fdd-28b295696121" ma:termSetId="f32f2a60-e9a7-4bda-8f61-46c43dbb3cad" ma:anchorId="00000000-0000-0000-0000-000000000000" ma:open="false" ma:isKeyword="false">
      <xsd:complexType>
        <xsd:sequence>
          <xsd:element ref="pc:Terms" minOccurs="0" maxOccurs="1"/>
        </xsd:sequence>
      </xsd:complexType>
    </xsd:element>
    <xsd:element name="a825e358ec1643889847765ed6ff8a73" ma:index="28" nillable="true" ma:taxonomy="true" ma:internalName="a825e358ec1643889847765ed6ff8a73" ma:taxonomyFieldName="SAF_BusinessUnit" ma:displayName="Direction" ma:readOnly="false" ma:fieldId="{a825e358-ec16-4388-9847-765ed6ff8a73}" ma:sspId="45132351-61c7-4947-8fdd-28b295696121" ma:termSetId="d540ff52-a7c7-403e-9d67-608dad319c48" ma:anchorId="00000000-0000-0000-0000-000000000000" ma:open="false" ma:isKeyword="false">
      <xsd:complexType>
        <xsd:sequence>
          <xsd:element ref="pc:Terms" minOccurs="0" maxOccurs="1"/>
        </xsd:sequence>
      </xsd:complexType>
    </xsd:element>
    <xsd:element name="caf53a6a65da4c24b32d62b4b62720b3" ma:index="30" nillable="true" ma:taxonomy="true" ma:internalName="caf53a6a65da4c24b32d62b4b62720b3" ma:taxonomyFieldName="SAF_Division" ma:displayName="Division et BU" ma:readOnly="false" ma:fieldId="{caf53a6a-65da-4c24-b32d-62b4b62720b3}" ma:sspId="45132351-61c7-4947-8fdd-28b295696121" ma:termSetId="5f50dbbd-fc38-49a7-84c2-cba8d57801dd" ma:anchorId="00000000-0000-0000-0000-000000000000" ma:open="false" ma:isKeyword="false">
      <xsd:complexType>
        <xsd:sequence>
          <xsd:element ref="pc:Terms" minOccurs="0" maxOccurs="1"/>
        </xsd:sequence>
      </xsd:complexType>
    </xsd:element>
    <xsd:element name="j0d00d49c94f4a41889fe0a90686fcf3" ma:index="32" ma:taxonomy="true" ma:internalName="j0d00d49c94f4a41889fe0a90686fcf3" ma:taxonomyFieldName="SAF_DocumentsType" ma:displayName="Type de document" ma:readOnly="false" ma:fieldId="{30d00d49-c94f-4a41-889f-e0a90686fcf3}" ma:sspId="45132351-61c7-4947-8fdd-28b295696121" ma:termSetId="50b2ac5f-3148-4a42-b234-fc348f9b3c89" ma:anchorId="00000000-0000-0000-0000-000000000000" ma:open="false" ma:isKeyword="false">
      <xsd:complexType>
        <xsd:sequence>
          <xsd:element ref="pc:Terms" minOccurs="0" maxOccurs="1"/>
        </xsd:sequence>
      </xsd:complexType>
    </xsd:element>
    <xsd:element name="SAF_Descriptif" ma:index="34" ma:displayName="Descriptif" ma:internalName="SAF_Descriptif" ma:readOnly="false">
      <xsd:simpleType>
        <xsd:restriction base="dms:Text">
          <xsd:maxLength value="200"/>
        </xsd:restriction>
      </xsd:simpleType>
    </xsd:element>
    <xsd:element name="SAF_DateDeMiseAJour" ma:index="35" ma:displayName="Date de mise à jour " ma:format="DateOnly" ma:internalName="SAF_DateDeMiseAJour" ma:readOnly="false">
      <xsd:simpleType>
        <xsd:restriction base="dms:DateTime"/>
      </xsd:simpleType>
    </xsd:element>
    <xsd:element name="SAF_Auteur" ma:index="36" nillable="true" ma:displayName="Auteur " ma:internalName="SAF_Auteur" ma:readOnly="false">
      <xsd:simpleType>
        <xsd:restriction base="dms:Note">
          <xsd:maxLength value="255"/>
        </xsd:restriction>
      </xsd:simpleType>
    </xsd:element>
    <xsd:element name="SharePoint_Item_Language" ma:index="37" ma:displayName="Language" ma:default="ALL" ma:format="Dropdown" ma:internalName="SharePoint_Item_Language">
      <xsd:simpleType>
        <xsd:restriction base="dms:Choice">
          <xsd:enumeration value="ALL"/>
          <xsd:enumeration value="EN"/>
          <xsd:enumeration value="FR"/>
        </xsd:restriction>
      </xsd:simpleType>
    </xsd:element>
    <xsd:element name="SharePoint_Group_Language" ma:index="38" nillable="true" ma:displayName="SharePoint_Group_Language" ma:default="0" ma:internalName="SharePoint_Group_Language">
      <xsd:simpleType>
        <xsd:restriction base="dms:Number"/>
      </xsd:simpleType>
    </xsd:element>
    <xsd:element name="SAF_RollupImageUrl" ma:index="39" nillable="true" ma:displayName="Rollup Image URL" ma:internalName="SAF_RollupImageUrl">
      <xsd:simpleType>
        <xsd:restriction base="dms:Text"/>
      </xsd:simpleType>
    </xsd:element>
    <xsd:element name="TaxKeywordTaxHTField" ma:index="40" nillable="true" ma:taxonomy="true" ma:internalName="TaxKeywordTaxHTField" ma:taxonomyFieldName="TaxKeyword" ma:displayName="Mots clés d’entreprise" ma:fieldId="{23f27201-bee3-471e-b2e7-b64fd8b7ca38}" ma:taxonomyMulti="true" ma:sspId="00000000-0000-0000-0000-000000000000"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45132351-61c7-4947-8fdd-28b295696121" ContentTypeId="0x010100D21E0D47AF3242459E2F63E44FCC089100777D7FF5B336497A8022BDD96D52F206"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CAB62E-46EA-4CFA-9368-A5A103E4171D}">
  <ds:schemaRefs>
    <ds:schemaRef ds:uri="http://purl.org/dc/terms/"/>
    <ds:schemaRef ds:uri="http://schemas.microsoft.com/sharepoint/v3"/>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594212a7-a8eb-497d-bd6b-0e3a174923ee"/>
    <ds:schemaRef ds:uri="http://www.w3.org/XML/1998/namespace"/>
    <ds:schemaRef ds:uri="http://purl.org/dc/dcmitype/"/>
  </ds:schemaRefs>
</ds:datastoreItem>
</file>

<file path=customXml/itemProps2.xml><?xml version="1.0" encoding="utf-8"?>
<ds:datastoreItem xmlns:ds="http://schemas.openxmlformats.org/officeDocument/2006/customXml" ds:itemID="{E08D7317-8193-4A0C-840A-DCC285ADE6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4212a7-a8eb-497d-bd6b-0e3a174923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8B3377-77D1-42F4-A694-FC418529EAF0}">
  <ds:schemaRefs>
    <ds:schemaRef ds:uri="Microsoft.SharePoint.Taxonomy.ContentTypeSync"/>
  </ds:schemaRefs>
</ds:datastoreItem>
</file>

<file path=customXml/itemProps4.xml><?xml version="1.0" encoding="utf-8"?>
<ds:datastoreItem xmlns:ds="http://schemas.openxmlformats.org/officeDocument/2006/customXml" ds:itemID="{1292F0B0-6B6C-4F46-8A3B-28477C3FE2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59728</TotalTime>
  <Words>2263</Words>
  <Application>Microsoft Office PowerPoint</Application>
  <PresentationFormat>Personnalisé</PresentationFormat>
  <Paragraphs>217</Paragraphs>
  <Slides>27</Slides>
  <Notes>0</Notes>
  <HiddenSlides>0</HiddenSlides>
  <MMClips>0</MMClips>
  <ScaleCrop>false</ScaleCrop>
  <HeadingPairs>
    <vt:vector size="6" baseType="variant">
      <vt:variant>
        <vt:lpstr>Polices utilisées</vt:lpstr>
      </vt:variant>
      <vt:variant>
        <vt:i4>6</vt:i4>
      </vt:variant>
      <vt:variant>
        <vt:lpstr>Thème</vt:lpstr>
      </vt:variant>
      <vt:variant>
        <vt:i4>4</vt:i4>
      </vt:variant>
      <vt:variant>
        <vt:lpstr>Titres des diapositives</vt:lpstr>
      </vt:variant>
      <vt:variant>
        <vt:i4>27</vt:i4>
      </vt:variant>
    </vt:vector>
  </HeadingPairs>
  <TitlesOfParts>
    <vt:vector size="37" baseType="lpstr">
      <vt:lpstr>Arial</vt:lpstr>
      <vt:lpstr>Calibri</vt:lpstr>
      <vt:lpstr>Microsoft Sans Serif</vt:lpstr>
      <vt:lpstr>Segoe UI</vt:lpstr>
      <vt:lpstr>Segoe UI Black</vt:lpstr>
      <vt:lpstr>Wingdings</vt:lpstr>
      <vt:lpstr>CORPORATE</vt:lpstr>
      <vt:lpstr>PINK</vt:lpstr>
      <vt:lpstr>ORANGE</vt:lpstr>
      <vt:lpstr>GREEN</vt:lpstr>
      <vt:lpstr>Présentation PowerPoint</vt:lpstr>
      <vt:lpstr>Challenge Navigation</vt:lpstr>
      <vt:lpstr>Challenge Navigation</vt:lpstr>
      <vt:lpstr>Agenda</vt:lpstr>
      <vt:lpstr>Présentation PowerPoint</vt:lpstr>
      <vt:lpstr>Consignes</vt:lpstr>
      <vt:lpstr>Consignes</vt:lpstr>
      <vt:lpstr>Consignes</vt:lpstr>
      <vt:lpstr>Consignes</vt:lpstr>
      <vt:lpstr>Consignes</vt:lpstr>
      <vt:lpstr>Présentation PowerPoint</vt:lpstr>
      <vt:lpstr>Informations utiles</vt:lpstr>
      <vt:lpstr>Informations utiles</vt:lpstr>
      <vt:lpstr>Informations utiles</vt:lpstr>
      <vt:lpstr>Présentation PowerPoint</vt:lpstr>
      <vt:lpstr>Description des jeux de données</vt:lpstr>
      <vt:lpstr>Description des jeux de données</vt:lpstr>
      <vt:lpstr>Description des jeux de données</vt:lpstr>
      <vt:lpstr>Description des jeux de données</vt:lpstr>
      <vt:lpstr>Présentation PowerPoint</vt:lpstr>
      <vt:lpstr>Description des packages nécessaires à la bonne exécution des scripts</vt:lpstr>
      <vt:lpstr>Description des packages nécessaires à la bonne exécution des scripts</vt:lpstr>
      <vt:lpstr>Présentation PowerPoint</vt:lpstr>
      <vt:lpstr>Attendu pour la soutenance et évaluation</vt:lpstr>
      <vt:lpstr>Présentation PowerPoint</vt:lpstr>
      <vt:lpstr>Mise en place du nouveau jeu de données lors de la soutenance</vt:lpstr>
      <vt:lpstr>Présentation PowerPoint</vt:lpstr>
    </vt:vector>
  </TitlesOfParts>
  <Company>Safran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PowerPoint Safran Electronics &amp; Defense (2023)</dc:title>
  <dc:creator>pagecran</dc:creator>
  <cp:lastModifiedBy>DAVAIN Loic (SAFRAN ELECTRONICS &amp; DEFENSE)</cp:lastModifiedBy>
  <cp:revision>2201</cp:revision>
  <dcterms:created xsi:type="dcterms:W3CDTF">2013-03-06T15:31:41Z</dcterms:created>
  <dcterms:modified xsi:type="dcterms:W3CDTF">2024-10-02T17:14:51Z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bb961bf9-d2c3-49f3-b774-0a74abb297cd</vt:lpwstr>
  </property>
  <property fmtid="{D5CDD505-2E9C-101B-9397-08002B2CF9AE}" pid="3" name="Confidentiality">
    <vt:lpwstr>C1</vt:lpwstr>
  </property>
  <property fmtid="{D5CDD505-2E9C-101B-9397-08002B2CF9AE}" pid="4" name="NationalSecret">
    <vt:lpwstr>NONS</vt:lpwstr>
  </property>
  <property fmtid="{D5CDD505-2E9C-101B-9397-08002B2CF9AE}" pid="5" name="ExportControl">
    <vt:lpwstr/>
  </property>
  <property fmtid="{D5CDD505-2E9C-101B-9397-08002B2CF9AE}" pid="6" name="TaxKeyword">
    <vt:lpwstr/>
  </property>
  <property fmtid="{D5CDD505-2E9C-101B-9397-08002B2CF9AE}" pid="7" name="SAF_CrossOverFunctions">
    <vt:lpwstr/>
  </property>
  <property fmtid="{D5CDD505-2E9C-101B-9397-08002B2CF9AE}" pid="8" name="SAF_DocumentsType">
    <vt:lpwstr>66;#Modèle de PowerPoint|80c833d3-038d-45cb-b65f-a8d2234b6314</vt:lpwstr>
  </property>
  <property fmtid="{D5CDD505-2E9C-101B-9397-08002B2CF9AE}" pid="9" name="SAF_SubSidiaryLevel2">
    <vt:lpwstr/>
  </property>
  <property fmtid="{D5CDD505-2E9C-101B-9397-08002B2CF9AE}" pid="10" name="SAF_Location">
    <vt:lpwstr/>
  </property>
  <property fmtid="{D5CDD505-2E9C-101B-9397-08002B2CF9AE}" pid="11" name="ContentTypeId">
    <vt:lpwstr>0x010100D21E0D47AF3242459E2F63E44FCC089100777D7FF5B336497A8022BDD96D52F2060073A9C0FD6552724BA132B83B91CE397D</vt:lpwstr>
  </property>
  <property fmtid="{D5CDD505-2E9C-101B-9397-08002B2CF9AE}" pid="12" name="SAF_BusinessUnit">
    <vt:lpwstr/>
  </property>
  <property fmtid="{D5CDD505-2E9C-101B-9397-08002B2CF9AE}" pid="13" name="SAF_Company">
    <vt:lpwstr>3;#Safran Electronics and Defense|09be7f39-4113-4616-9cb0-773043a7aa11</vt:lpwstr>
  </property>
  <property fmtid="{D5CDD505-2E9C-101B-9397-08002B2CF9AE}" pid="14" name="SAF_Division">
    <vt:lpwstr/>
  </property>
  <property fmtid="{D5CDD505-2E9C-101B-9397-08002B2CF9AE}" pid="15" name="SAF_SubSidiaryLevel1">
    <vt:lpwstr/>
  </property>
  <property fmtid="{D5CDD505-2E9C-101B-9397-08002B2CF9AE}" pid="16" name="SAF_Site">
    <vt:lpwstr/>
  </property>
  <property fmtid="{D5CDD505-2E9C-101B-9397-08002B2CF9AE}" pid="17" name="SAF_Perimetre">
    <vt:lpwstr>2;#Société de rang 1|153bb90e-11c3-427f-ad6a-31f0311df60b</vt:lpwstr>
  </property>
  <property fmtid="{D5CDD505-2E9C-101B-9397-08002B2CF9AE}" pid="18" name="SAF_Country">
    <vt:lpwstr/>
  </property>
  <property fmtid="{D5CDD505-2E9C-101B-9397-08002B2CF9AE}" pid="19" name="MSIP_Label_024ffcea-f25b-491e-9dc9-834516f3550e_Enabled">
    <vt:lpwstr>true</vt:lpwstr>
  </property>
  <property fmtid="{D5CDD505-2E9C-101B-9397-08002B2CF9AE}" pid="20" name="MSIP_Label_024ffcea-f25b-491e-9dc9-834516f3550e_SetDate">
    <vt:lpwstr>2024-10-02T17:14:51Z</vt:lpwstr>
  </property>
  <property fmtid="{D5CDD505-2E9C-101B-9397-08002B2CF9AE}" pid="21" name="MSIP_Label_024ffcea-f25b-491e-9dc9-834516f3550e_Method">
    <vt:lpwstr>Standard</vt:lpwstr>
  </property>
  <property fmtid="{D5CDD505-2E9C-101B-9397-08002B2CF9AE}" pid="22" name="MSIP_Label_024ffcea-f25b-491e-9dc9-834516f3550e_Name">
    <vt:lpwstr>C2 - restricted</vt:lpwstr>
  </property>
  <property fmtid="{D5CDD505-2E9C-101B-9397-08002B2CF9AE}" pid="23" name="MSIP_Label_024ffcea-f25b-491e-9dc9-834516f3550e_SiteId">
    <vt:lpwstr>d52b49b7-0c8f-4d89-8c4f-f20517306e08</vt:lpwstr>
  </property>
  <property fmtid="{D5CDD505-2E9C-101B-9397-08002B2CF9AE}" pid="24" name="MSIP_Label_024ffcea-f25b-491e-9dc9-834516f3550e_ActionId">
    <vt:lpwstr>05419f55-9b6d-4ac7-859e-07e2dd9f1330</vt:lpwstr>
  </property>
  <property fmtid="{D5CDD505-2E9C-101B-9397-08002B2CF9AE}" pid="25" name="MSIP_Label_024ffcea-f25b-491e-9dc9-834516f3550e_ContentBits">
    <vt:lpwstr>1</vt:lpwstr>
  </property>
</Properties>
</file>