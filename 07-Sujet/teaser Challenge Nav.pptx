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8" r:id="rId5"/>
    <p:sldMasterId id="2147483929" r:id="rId6"/>
    <p:sldMasterId id="2147483942" r:id="rId7"/>
    <p:sldMasterId id="2147483951" r:id="rId8"/>
  </p:sldMasterIdLst>
  <p:notesMasterIdLst>
    <p:notesMasterId r:id="rId10"/>
  </p:notesMasterIdLst>
  <p:handoutMasterIdLst>
    <p:handoutMasterId r:id="rId11"/>
  </p:handoutMasterIdLst>
  <p:sldIdLst>
    <p:sldId id="899" r:id="rId9"/>
  </p:sldIdLst>
  <p:sldSz cx="9144000" cy="5145088"/>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ura Somson" initials="LS" lastIdx="1" clrIdx="0">
    <p:extLst>
      <p:ext uri="{19B8F6BF-5375-455C-9EA6-DF929625EA0E}">
        <p15:presenceInfo xmlns:p15="http://schemas.microsoft.com/office/powerpoint/2012/main" userId="Laura Somson" providerId="None"/>
      </p:ext>
    </p:extLst>
  </p:cmAuthor>
  <p:cmAuthor id="2" name="MAHUZIER Camille (SAFRAN)" initials="MC(" lastIdx="1" clrIdx="1">
    <p:extLst>
      <p:ext uri="{19B8F6BF-5375-455C-9EA6-DF929625EA0E}">
        <p15:presenceInfo xmlns:p15="http://schemas.microsoft.com/office/powerpoint/2012/main" userId="S-1-5-21-813648853-2564789358-409278174-339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7900"/>
    <a:srgbClr val="C51F4E"/>
    <a:srgbClr val="17D0CB"/>
    <a:srgbClr val="2C525D"/>
    <a:srgbClr val="2CC84D"/>
    <a:srgbClr val="024F20"/>
    <a:srgbClr val="FFB600"/>
    <a:srgbClr val="EB3986"/>
    <a:srgbClr val="122A57"/>
    <a:srgbClr val="1532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6" autoAdjust="0"/>
    <p:restoredTop sz="96023" autoAdjust="0"/>
  </p:normalViewPr>
  <p:slideViewPr>
    <p:cSldViewPr snapToGrid="0" showGuides="1">
      <p:cViewPr varScale="1">
        <p:scale>
          <a:sx n="118" d="100"/>
          <a:sy n="118" d="100"/>
        </p:scale>
        <p:origin x="466" y="77"/>
      </p:cViewPr>
      <p:guideLst>
        <p:guide orient="horz" pos="1620"/>
        <p:guide pos="2880"/>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117" d="100"/>
          <a:sy n="117" d="100"/>
        </p:scale>
        <p:origin x="4176" y="12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Master" Target="slideMasters/slideMaster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A6F046-D38F-4C8B-80A2-A045CCE21039}" type="datetimeFigureOut">
              <a:rPr lang="fr-FR" smtClean="0"/>
              <a:t>22/08/2024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5B24A7D-67D1-474B-8281-7124DFD823B5}" type="slidenum">
              <a:rPr lang="fr-FR" smtClean="0"/>
              <a:t>‹N°›</a:t>
            </a:fld>
            <a:endParaRPr lang="fr-FR"/>
          </a:p>
        </p:txBody>
      </p:sp>
    </p:spTree>
    <p:extLst>
      <p:ext uri="{BB962C8B-B14F-4D97-AF65-F5344CB8AC3E}">
        <p14:creationId xmlns:p14="http://schemas.microsoft.com/office/powerpoint/2010/main" val="38637984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16B18-2456-4A77-B16C-F04914788918}" type="datetimeFigureOut">
              <a:rPr lang="fr-FR" smtClean="0"/>
              <a:t>22/08/2024</a:t>
            </a:fld>
            <a:endParaRPr lang="fr-FR"/>
          </a:p>
        </p:txBody>
      </p:sp>
      <p:sp>
        <p:nvSpPr>
          <p:cNvPr id="4" name="Espace réservé de l'image des diapositives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031628-B874-4023-80FE-6CB21235C5B5}" type="slidenum">
              <a:rPr lang="fr-FR" smtClean="0"/>
              <a:t>‹N°›</a:t>
            </a:fld>
            <a:endParaRPr lang="fr-FR"/>
          </a:p>
        </p:txBody>
      </p:sp>
    </p:spTree>
    <p:extLst>
      <p:ext uri="{BB962C8B-B14F-4D97-AF65-F5344CB8AC3E}">
        <p14:creationId xmlns:p14="http://schemas.microsoft.com/office/powerpoint/2010/main" val="2407710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GROUP COVER">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377EA998-C783-46B4-8BD4-7807D686D2D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406969" y="4623601"/>
            <a:ext cx="816911" cy="171187"/>
          </a:xfrm>
          <a:prstGeom prst="rect">
            <a:avLst/>
          </a:prstGeom>
        </p:spPr>
      </p:pic>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285750" y="1767833"/>
            <a:ext cx="3056172" cy="1113590"/>
          </a:xfrm>
          <a:prstGeom prst="rect">
            <a:avLst/>
          </a:prstGeom>
        </p:spPr>
        <p:txBody>
          <a:bodyPr anchor="ctr" anchorCtr="0">
            <a:noAutofit/>
          </a:bodyPr>
          <a:lstStyle>
            <a:lvl1pPr marL="0" indent="0" algn="ctr">
              <a:lnSpc>
                <a:spcPct val="90000"/>
              </a:lnSpc>
              <a:buNone/>
              <a:defRPr sz="2600" b="1">
                <a:solidFill>
                  <a:schemeClr val="bg1"/>
                </a:solidFill>
                <a:latin typeface="+mn-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hasCustomPrompt="1"/>
          </p:nvPr>
        </p:nvSpPr>
        <p:spPr>
          <a:xfrm>
            <a:off x="3627672" y="0"/>
            <a:ext cx="5516327" cy="5145088"/>
          </a:xfrm>
          <a:prstGeom prst="rect">
            <a:avLst/>
          </a:prstGeom>
        </p:spPr>
        <p:txBody>
          <a:bodyPr/>
          <a:lstStyle>
            <a:lvl1pPr marL="0" indent="0">
              <a:buNone/>
              <a:defRPr b="0">
                <a:solidFill>
                  <a:schemeClr val="bg1"/>
                </a:solidFill>
              </a:defRPr>
            </a:lvl1pPr>
          </a:lstStyle>
          <a:p>
            <a:r>
              <a:rPr lang="en-US" dirty="0"/>
              <a:t>Click icon to change the picture </a:t>
            </a:r>
            <a:endParaRPr lang="fr-FR" dirty="0"/>
          </a:p>
        </p:txBody>
      </p:sp>
      <p:pic>
        <p:nvPicPr>
          <p:cNvPr id="16" name="Image 15">
            <a:extLst>
              <a:ext uri="{FF2B5EF4-FFF2-40B4-BE49-F238E27FC236}">
                <a16:creationId xmlns:a16="http://schemas.microsoft.com/office/drawing/2014/main" id="{05876289-A5AC-57F9-D74E-A267A584AF06}"/>
              </a:ext>
            </a:extLst>
          </p:cNvPr>
          <p:cNvPicPr>
            <a:picLocks noChangeAspect="1"/>
          </p:cNvPicPr>
          <p:nvPr userDrawn="1"/>
        </p:nvPicPr>
        <p:blipFill>
          <a:blip r:embed="rId4"/>
          <a:srcRect/>
          <a:stretch/>
        </p:blipFill>
        <p:spPr>
          <a:xfrm>
            <a:off x="1011302" y="254177"/>
            <a:ext cx="1608067" cy="357795"/>
          </a:xfrm>
          <a:prstGeom prst="rect">
            <a:avLst/>
          </a:prstGeom>
        </p:spPr>
      </p:pic>
      <p:sp>
        <p:nvSpPr>
          <p:cNvPr id="9" name="Rectangle 8">
            <a:extLst>
              <a:ext uri="{FF2B5EF4-FFF2-40B4-BE49-F238E27FC236}">
                <a16:creationId xmlns:a16="http://schemas.microsoft.com/office/drawing/2014/main" id="{12D7918B-95F6-461E-8D78-0189AACAD879}"/>
              </a:ext>
            </a:extLst>
          </p:cNvPr>
          <p:cNvSpPr/>
          <p:nvPr userDrawn="1"/>
        </p:nvSpPr>
        <p:spPr>
          <a:xfrm>
            <a:off x="287338" y="278959"/>
            <a:ext cx="3056172" cy="3867591"/>
          </a:xfrm>
          <a:prstGeom prst="rect">
            <a:avLst/>
          </a:prstGeom>
          <a:noFill/>
          <a:ln w="5080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44916440"/>
      </p:ext>
    </p:extLst>
  </p:cSld>
  <p:clrMapOvr>
    <a:masterClrMapping/>
  </p:clrMapOvr>
  <p:transition>
    <p:fade/>
  </p:transition>
  <p:extLst>
    <p:ext uri="{DCECCB84-F9BA-43D5-87BE-67443E8EF086}">
      <p15:sldGuideLst xmlns:p15="http://schemas.microsoft.com/office/powerpoint/2012/main">
        <p15:guide id="1" pos="557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MPANY COVER">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377EA998-C783-46B4-8BD4-7807D686D2D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406969" y="4623601"/>
            <a:ext cx="816911" cy="171187"/>
          </a:xfrm>
          <a:prstGeom prst="rect">
            <a:avLst/>
          </a:prstGeom>
        </p:spPr>
      </p:pic>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285750" y="1767833"/>
            <a:ext cx="3056172" cy="1113590"/>
          </a:xfrm>
          <a:prstGeom prst="rect">
            <a:avLst/>
          </a:prstGeom>
        </p:spPr>
        <p:txBody>
          <a:bodyPr anchor="ctr" anchorCtr="0">
            <a:noAutofit/>
          </a:bodyPr>
          <a:lstStyle>
            <a:lvl1pPr marL="0" indent="0" algn="ctr">
              <a:lnSpc>
                <a:spcPct val="90000"/>
              </a:lnSpc>
              <a:buNone/>
              <a:defRPr sz="2600" b="1">
                <a:solidFill>
                  <a:schemeClr val="bg1"/>
                </a:solidFill>
                <a:latin typeface="+mn-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hasCustomPrompt="1"/>
          </p:nvPr>
        </p:nvSpPr>
        <p:spPr>
          <a:xfrm>
            <a:off x="3627672" y="0"/>
            <a:ext cx="5516327" cy="5145088"/>
          </a:xfrm>
          <a:prstGeom prst="rect">
            <a:avLst/>
          </a:prstGeom>
        </p:spPr>
        <p:txBody>
          <a:bodyPr/>
          <a:lstStyle>
            <a:lvl1pPr marL="0" indent="0">
              <a:buNone/>
              <a:defRPr b="0">
                <a:solidFill>
                  <a:schemeClr val="bg1"/>
                </a:solidFill>
              </a:defRPr>
            </a:lvl1pPr>
          </a:lstStyle>
          <a:p>
            <a:r>
              <a:rPr lang="en-US" dirty="0"/>
              <a:t>Click icon to change the picture </a:t>
            </a:r>
            <a:endParaRPr lang="fr-FR" dirty="0"/>
          </a:p>
        </p:txBody>
      </p:sp>
    </p:spTree>
    <p:extLst>
      <p:ext uri="{BB962C8B-B14F-4D97-AF65-F5344CB8AC3E}">
        <p14:creationId xmlns:p14="http://schemas.microsoft.com/office/powerpoint/2010/main" val="1773358774"/>
      </p:ext>
    </p:extLst>
  </p:cSld>
  <p:clrMapOvr>
    <a:masterClrMapping/>
  </p:clrMapOvr>
  <p:transition>
    <p:fade/>
  </p:transition>
  <p:extLst>
    <p:ext uri="{DCECCB84-F9BA-43D5-87BE-67443E8EF086}">
      <p15:sldGuideLst xmlns:p15="http://schemas.microsoft.com/office/powerpoint/2012/main">
        <p15:guide id="1" pos="557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SCREEN">
    <p:bg>
      <p:bgPr>
        <a:solidFill>
          <a:schemeClr val="accent1"/>
        </a:soli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BDB1C3F0-4A11-435C-8324-568AE7075BBF}"/>
              </a:ext>
            </a:extLst>
          </p:cNvPr>
          <p:cNvSpPr>
            <a:spLocks noGrp="1"/>
          </p:cNvSpPr>
          <p:nvPr>
            <p:ph type="pic" sz="quarter" idx="12" hasCustomPrompt="1"/>
          </p:nvPr>
        </p:nvSpPr>
        <p:spPr>
          <a:xfrm>
            <a:off x="0" y="0"/>
            <a:ext cx="9144000" cy="5145088"/>
          </a:xfrm>
          <a:prstGeom prst="rect">
            <a:avLst/>
          </a:prstGeom>
          <a:solidFill>
            <a:schemeClr val="accent1"/>
          </a:solidFill>
        </p:spPr>
        <p:txBody>
          <a:bodyPr/>
          <a:lstStyle>
            <a:lvl1pPr marL="0" indent="0" algn="ctr">
              <a:buNone/>
              <a:defRPr/>
            </a:lvl1pPr>
          </a:lstStyle>
          <a:p>
            <a:r>
              <a:rPr lang="en-US" dirty="0"/>
              <a:t>Click icon to change the picture</a:t>
            </a:r>
            <a:endParaRPr lang="fr-FR" dirty="0"/>
          </a:p>
        </p:txBody>
      </p:sp>
      <p:sp>
        <p:nvSpPr>
          <p:cNvPr id="4" name="Rectangle 3">
            <a:extLst>
              <a:ext uri="{FF2B5EF4-FFF2-40B4-BE49-F238E27FC236}">
                <a16:creationId xmlns:a16="http://schemas.microsoft.com/office/drawing/2014/main" id="{006633A7-0570-4272-9A48-35C8701B3475}"/>
              </a:ext>
            </a:extLst>
          </p:cNvPr>
          <p:cNvSpPr/>
          <p:nvPr userDrawn="1"/>
        </p:nvSpPr>
        <p:spPr>
          <a:xfrm>
            <a:off x="0" y="1795750"/>
            <a:ext cx="9144000" cy="3349340"/>
          </a:xfrm>
          <a:prstGeom prst="rect">
            <a:avLst/>
          </a:prstGeom>
          <a:gradFill flip="none" rotWithShape="1">
            <a:gsLst>
              <a:gs pos="100000">
                <a:schemeClr val="tx2">
                  <a:alpha val="0"/>
                </a:schemeClr>
              </a:gs>
              <a:gs pos="0">
                <a:schemeClr val="accent2">
                  <a:alpha val="57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fr-FR"/>
          </a:p>
        </p:txBody>
      </p:sp>
      <p:sp>
        <p:nvSpPr>
          <p:cNvPr id="12" name="Espace réservé du texte 7">
            <a:extLst>
              <a:ext uri="{FF2B5EF4-FFF2-40B4-BE49-F238E27FC236}">
                <a16:creationId xmlns:a16="http://schemas.microsoft.com/office/drawing/2014/main" id="{9590BB62-E3E4-4D8C-8274-162D53D5B76F}"/>
              </a:ext>
            </a:extLst>
          </p:cNvPr>
          <p:cNvSpPr>
            <a:spLocks noGrp="1"/>
          </p:cNvSpPr>
          <p:nvPr>
            <p:ph type="body" sz="quarter" idx="10" hasCustomPrompt="1"/>
          </p:nvPr>
        </p:nvSpPr>
        <p:spPr>
          <a:xfrm>
            <a:off x="653902" y="1439549"/>
            <a:ext cx="7836198" cy="590931"/>
          </a:xfrm>
          <a:prstGeom prst="rect">
            <a:avLst/>
          </a:prstGeom>
        </p:spPr>
        <p:txBody>
          <a:bodyPr wrap="square" lIns="0" tIns="0" rIns="0" bIns="0" anchor="ctr" anchorCtr="0">
            <a:noAutofit/>
          </a:bodyPr>
          <a:lstStyle>
            <a:lvl1pPr marL="0" indent="0" algn="ctr">
              <a:lnSpc>
                <a:spcPct val="90000"/>
              </a:lnSpc>
              <a:buNone/>
              <a:defRPr sz="3600" b="1">
                <a:solidFill>
                  <a:schemeClr val="bg1"/>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fr-FR" dirty="0"/>
              <a:t>Lorem</a:t>
            </a:r>
          </a:p>
        </p:txBody>
      </p:sp>
      <p:sp>
        <p:nvSpPr>
          <p:cNvPr id="13" name="Espace réservé du texte 7">
            <a:extLst>
              <a:ext uri="{FF2B5EF4-FFF2-40B4-BE49-F238E27FC236}">
                <a16:creationId xmlns:a16="http://schemas.microsoft.com/office/drawing/2014/main" id="{000445AC-A451-4D20-B4D4-455E6F300538}"/>
              </a:ext>
            </a:extLst>
          </p:cNvPr>
          <p:cNvSpPr>
            <a:spLocks noGrp="1"/>
          </p:cNvSpPr>
          <p:nvPr>
            <p:ph type="body" sz="quarter" idx="11" hasCustomPrompt="1"/>
          </p:nvPr>
        </p:nvSpPr>
        <p:spPr>
          <a:xfrm>
            <a:off x="654570" y="1958486"/>
            <a:ext cx="7834862" cy="997196"/>
          </a:xfrm>
          <a:prstGeom prst="rect">
            <a:avLst/>
          </a:prstGeom>
        </p:spPr>
        <p:txBody>
          <a:bodyPr wrap="square" lIns="0" tIns="0" rIns="0" bIns="0" anchor="t" anchorCtr="0">
            <a:spAutoFit/>
          </a:bodyPr>
          <a:lstStyle>
            <a:lvl1pPr marL="0" indent="0" algn="ctr">
              <a:lnSpc>
                <a:spcPct val="90000"/>
              </a:lnSpc>
              <a:spcBef>
                <a:spcPts val="0"/>
              </a:spcBef>
              <a:buNone/>
              <a:defRPr sz="3600" b="0" spc="-50" baseline="0">
                <a:solidFill>
                  <a:schemeClr val="bg1"/>
                </a:solidFill>
                <a:latin typeface="+mn-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fr-FR" dirty="0"/>
              <a:t>Suspendisse </a:t>
            </a:r>
            <a:r>
              <a:rPr lang="fr-FR" dirty="0" err="1"/>
              <a:t>fermentum</a:t>
            </a:r>
            <a:r>
              <a:rPr lang="fr-FR" dirty="0"/>
              <a:t> </a:t>
            </a:r>
            <a:r>
              <a:rPr lang="fr-FR" dirty="0" err="1"/>
              <a:t>dui</a:t>
            </a:r>
            <a:r>
              <a:rPr lang="fr-FR" dirty="0"/>
              <a:t> ipsum,</a:t>
            </a:r>
            <a:br>
              <a:rPr lang="fr-FR" dirty="0"/>
            </a:br>
            <a:r>
              <a:rPr lang="fr-FR" dirty="0" err="1"/>
              <a:t>vel</a:t>
            </a:r>
            <a:r>
              <a:rPr lang="fr-FR" dirty="0"/>
              <a:t> </a:t>
            </a:r>
            <a:r>
              <a:rPr lang="fr-FR" dirty="0" err="1"/>
              <a:t>tempus</a:t>
            </a:r>
            <a:r>
              <a:rPr lang="fr-FR" dirty="0"/>
              <a:t> </a:t>
            </a:r>
            <a:r>
              <a:rPr lang="fr-FR" dirty="0" err="1"/>
              <a:t>tellus</a:t>
            </a:r>
            <a:r>
              <a:rPr lang="fr-FR" dirty="0"/>
              <a:t> </a:t>
            </a:r>
            <a:r>
              <a:rPr lang="fr-FR" dirty="0" err="1"/>
              <a:t>sagittis</a:t>
            </a:r>
            <a:r>
              <a:rPr lang="fr-FR" dirty="0"/>
              <a:t> non</a:t>
            </a:r>
          </a:p>
        </p:txBody>
      </p:sp>
      <p:cxnSp>
        <p:nvCxnSpPr>
          <p:cNvPr id="20" name="Connecteur droit 19">
            <a:extLst>
              <a:ext uri="{FF2B5EF4-FFF2-40B4-BE49-F238E27FC236}">
                <a16:creationId xmlns:a16="http://schemas.microsoft.com/office/drawing/2014/main" id="{68E7788A-0113-40BF-8A1B-6D5D21A059E8}"/>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234F41C3-3665-4CBE-83EB-C63EFB245D7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1"/>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1"/>
              </a:solidFill>
              <a:latin typeface="+mn-lt"/>
            </a:endParaRPr>
          </a:p>
        </p:txBody>
      </p:sp>
      <p:sp>
        <p:nvSpPr>
          <p:cNvPr id="23" name="Espace réservé du numéro de diapositive 13">
            <a:extLst>
              <a:ext uri="{FF2B5EF4-FFF2-40B4-BE49-F238E27FC236}">
                <a16:creationId xmlns:a16="http://schemas.microsoft.com/office/drawing/2014/main" id="{B2A08755-C794-4F4B-90FB-C319F4EB5070}"/>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1"/>
                </a:solidFill>
              </a:rPr>
              <a:pPr/>
              <a:t>‹N°›</a:t>
            </a:fld>
            <a:endParaRPr lang="fr-FR" sz="800" dirty="0">
              <a:solidFill>
                <a:schemeClr val="bg1"/>
              </a:solidFill>
            </a:endParaRPr>
          </a:p>
        </p:txBody>
      </p:sp>
      <p:sp>
        <p:nvSpPr>
          <p:cNvPr id="24" name="fc" descr="  ">
            <a:extLst>
              <a:ext uri="{FF2B5EF4-FFF2-40B4-BE49-F238E27FC236}">
                <a16:creationId xmlns:a16="http://schemas.microsoft.com/office/drawing/2014/main" id="{8F174C34-F654-4FB4-B759-68127139EB0D}"/>
              </a:ext>
            </a:extLst>
          </p:cNvPr>
          <p:cNvSpPr txBox="1"/>
          <p:nvPr userDrawn="1"/>
        </p:nvSpPr>
        <p:spPr>
          <a:xfrm>
            <a:off x="0" y="4825047"/>
            <a:ext cx="9144000" cy="223138"/>
          </a:xfrm>
          <a:prstGeom prst="rect">
            <a:avLst/>
          </a:prstGeom>
          <a:noFill/>
        </p:spPr>
        <p:txBody>
          <a:bodyPr vert="horz" rtlCol="0">
            <a:spAutoFit/>
          </a:bodyPr>
          <a:lstStyle/>
          <a:p>
            <a:pPr algn="ctr"/>
            <a:r>
              <a:rPr lang="fr-FR" sz="850" b="0" i="0" u="none" baseline="0">
                <a:solidFill>
                  <a:schemeClr val="bg1"/>
                </a:solidFill>
                <a:latin typeface="Microsoft Sans Serif" panose="020B0604020202020204" pitchFamily="34" charset="0"/>
              </a:rPr>
              <a:t>  </a:t>
            </a:r>
          </a:p>
        </p:txBody>
      </p:sp>
      <p:sp>
        <p:nvSpPr>
          <p:cNvPr id="11" name="Espace réservé du pied de page 4">
            <a:extLst>
              <a:ext uri="{FF2B5EF4-FFF2-40B4-BE49-F238E27FC236}">
                <a16:creationId xmlns:a16="http://schemas.microsoft.com/office/drawing/2014/main" id="{6AAFD2D4-64A8-0312-C447-C814DFB0D2AB}"/>
              </a:ext>
            </a:extLst>
          </p:cNvPr>
          <p:cNvSpPr>
            <a:spLocks noGrp="1"/>
          </p:cNvSpPr>
          <p:nvPr>
            <p:ph type="ftr" sz="quarter" idx="3"/>
          </p:nvPr>
        </p:nvSpPr>
        <p:spPr>
          <a:xfrm>
            <a:off x="506983" y="4768859"/>
            <a:ext cx="6708203" cy="129416"/>
          </a:xfrm>
          <a:prstGeom prst="rect">
            <a:avLst/>
          </a:prstGeom>
        </p:spPr>
        <p:txBody>
          <a:bodyPr vert="horz" lIns="91440" tIns="45720" rIns="91440" bIns="45720" rtlCol="0" anchor="ctr"/>
          <a:lstStyle>
            <a:lvl1pPr algn="l">
              <a:defRPr sz="800">
                <a:solidFill>
                  <a:schemeClr val="bg1"/>
                </a:solidFill>
              </a:defRPr>
            </a:lvl1pPr>
          </a:lstStyle>
          <a:p>
            <a:r>
              <a:rPr lang="fr-FR" smtClean="0"/>
              <a:t>CIPN / Safran Electronics &amp; Defense / 30/09/2024</a:t>
            </a:r>
            <a:endParaRPr lang="fr-FR" dirty="0"/>
          </a:p>
        </p:txBody>
      </p:sp>
    </p:spTree>
    <p:extLst>
      <p:ext uri="{BB962C8B-B14F-4D97-AF65-F5344CB8AC3E}">
        <p14:creationId xmlns:p14="http://schemas.microsoft.com/office/powerpoint/2010/main" val="80632909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p:nvPr>
        </p:nvSpPr>
        <p:spPr>
          <a:xfrm>
            <a:off x="1" y="0"/>
            <a:ext cx="3651142" cy="5145088"/>
          </a:xfrm>
          <a:prstGeom prst="rect">
            <a:avLst/>
          </a:prstGeom>
        </p:spPr>
        <p:txBody>
          <a:bodyPr/>
          <a:lstStyle>
            <a:lvl1pPr marL="0" indent="0">
              <a:buNone/>
              <a:defRPr>
                <a:solidFill>
                  <a:schemeClr val="bg1"/>
                </a:solidFill>
              </a:defRPr>
            </a:lvl1pPr>
          </a:lstStyle>
          <a:p>
            <a:endParaRPr lang="fr-FR"/>
          </a:p>
        </p:txBody>
      </p:sp>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4104655" y="1767832"/>
            <a:ext cx="3359385" cy="1693359"/>
          </a:xfrm>
          <a:prstGeom prst="rect">
            <a:avLst/>
          </a:prstGeom>
        </p:spPr>
        <p:txBody>
          <a:bodyPr lIns="0" anchor="ctr" anchorCtr="0">
            <a:noAutofit/>
          </a:bodyPr>
          <a:lstStyle>
            <a:lvl1pPr marL="0" indent="0" algn="l">
              <a:lnSpc>
                <a:spcPct val="90000"/>
              </a:lnSpc>
              <a:spcBef>
                <a:spcPts val="0"/>
              </a:spcBef>
              <a:buNone/>
              <a:defRPr sz="2600" b="1">
                <a:solidFill>
                  <a:schemeClr val="accent4"/>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grpSp>
        <p:nvGrpSpPr>
          <p:cNvPr id="7" name="Groupe 6">
            <a:extLst>
              <a:ext uri="{FF2B5EF4-FFF2-40B4-BE49-F238E27FC236}">
                <a16:creationId xmlns:a16="http://schemas.microsoft.com/office/drawing/2014/main" id="{74B52402-2172-43E2-85AB-A27808DD5AA2}"/>
              </a:ext>
            </a:extLst>
          </p:cNvPr>
          <p:cNvGrpSpPr/>
          <p:nvPr userDrawn="1"/>
        </p:nvGrpSpPr>
        <p:grpSpPr>
          <a:xfrm>
            <a:off x="4104655" y="3616857"/>
            <a:ext cx="995611" cy="72008"/>
            <a:chOff x="479376" y="980728"/>
            <a:chExt cx="995611" cy="72008"/>
          </a:xfrm>
        </p:grpSpPr>
        <p:cxnSp>
          <p:nvCxnSpPr>
            <p:cNvPr id="10" name="Connecteur droit 9">
              <a:extLst>
                <a:ext uri="{FF2B5EF4-FFF2-40B4-BE49-F238E27FC236}">
                  <a16:creationId xmlns:a16="http://schemas.microsoft.com/office/drawing/2014/main" id="{E5F475E0-73FC-4EF3-B38B-1BC72D4B02D3}"/>
                </a:ext>
              </a:extLst>
            </p:cNvPr>
            <p:cNvCxnSpPr>
              <a:cxnSpLocks/>
            </p:cNvCxnSpPr>
            <p:nvPr userDrawn="1"/>
          </p:nvCxnSpPr>
          <p:spPr>
            <a:xfrm>
              <a:off x="479376" y="1047118"/>
              <a:ext cx="995611" cy="0"/>
            </a:xfrm>
            <a:prstGeom prst="line">
              <a:avLst/>
            </a:prstGeom>
            <a:noFill/>
            <a:ln w="12700" cap="flat" cmpd="sng" algn="ctr">
              <a:solidFill>
                <a:schemeClr val="accent2"/>
              </a:solidFill>
              <a:prstDash val="solid"/>
              <a:miter lim="800000"/>
            </a:ln>
            <a:effectLst/>
          </p:spPr>
        </p:cxnSp>
        <p:sp>
          <p:nvSpPr>
            <p:cNvPr id="11" name="Rectangle 10">
              <a:extLst>
                <a:ext uri="{FF2B5EF4-FFF2-40B4-BE49-F238E27FC236}">
                  <a16:creationId xmlns:a16="http://schemas.microsoft.com/office/drawing/2014/main" id="{9E0C7703-EEE6-4894-8E05-3C55D8780320}"/>
                </a:ext>
              </a:extLst>
            </p:cNvPr>
            <p:cNvSpPr/>
            <p:nvPr userDrawn="1"/>
          </p:nvSpPr>
          <p:spPr>
            <a:xfrm>
              <a:off x="479376" y="980728"/>
              <a:ext cx="504056" cy="72008"/>
            </a:xfrm>
            <a:prstGeom prst="rect">
              <a:avLst/>
            </a:prstGeom>
            <a:gradFill>
              <a:gsLst>
                <a:gs pos="0">
                  <a:schemeClr val="accent1"/>
                </a:gs>
                <a:gs pos="100000">
                  <a:schemeClr val="accent2"/>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13" name="Espace réservé du texte 3">
            <a:extLst>
              <a:ext uri="{FF2B5EF4-FFF2-40B4-BE49-F238E27FC236}">
                <a16:creationId xmlns:a16="http://schemas.microsoft.com/office/drawing/2014/main" id="{D575B653-E75E-4D6F-B409-9D8F0B51435D}"/>
              </a:ext>
            </a:extLst>
          </p:cNvPr>
          <p:cNvSpPr>
            <a:spLocks noGrp="1"/>
          </p:cNvSpPr>
          <p:nvPr>
            <p:ph type="body" sz="quarter" idx="13" hasCustomPrompt="1"/>
          </p:nvPr>
        </p:nvSpPr>
        <p:spPr>
          <a:xfrm>
            <a:off x="4104655" y="1172722"/>
            <a:ext cx="3359386" cy="511175"/>
          </a:xfrm>
          <a:prstGeom prst="rect">
            <a:avLst/>
          </a:prstGeom>
        </p:spPr>
        <p:txBody>
          <a:bodyPr lIns="0" anchor="b" anchorCtr="0"/>
          <a:lstStyle>
            <a:lvl1pPr marL="0" indent="0" algn="l">
              <a:buNone/>
              <a:defRPr sz="2000" b="0">
                <a:solidFill>
                  <a:schemeClr val="accent1"/>
                </a:solidFill>
              </a:defRPr>
            </a:lvl1pPr>
            <a:lvl2pPr marL="184286" indent="0" algn="ctr">
              <a:buNone/>
              <a:defRPr>
                <a:solidFill>
                  <a:schemeClr val="tx1"/>
                </a:solidFill>
              </a:defRPr>
            </a:lvl2pPr>
            <a:lvl3pPr marL="343152" indent="0" algn="ctr">
              <a:buNone/>
              <a:defRPr>
                <a:solidFill>
                  <a:schemeClr val="tx1"/>
                </a:solidFill>
              </a:defRPr>
            </a:lvl3pPr>
            <a:lvl4pPr marL="1372595" indent="0" algn="ctr">
              <a:buNone/>
              <a:defRPr>
                <a:solidFill>
                  <a:schemeClr val="tx1"/>
                </a:solidFill>
              </a:defRPr>
            </a:lvl4pPr>
            <a:lvl5pPr marL="1830123" indent="0" algn="ctr">
              <a:buNone/>
              <a:defRPr>
                <a:solidFill>
                  <a:schemeClr val="tx1"/>
                </a:solidFill>
              </a:defRPr>
            </a:lvl5pPr>
          </a:lstStyle>
          <a:p>
            <a:pPr lvl="0"/>
            <a:r>
              <a:rPr lang="fr-FR" dirty="0" err="1"/>
              <a:t>Chapter</a:t>
            </a:r>
            <a:r>
              <a:rPr lang="fr-FR" dirty="0"/>
              <a:t> 01</a:t>
            </a:r>
          </a:p>
        </p:txBody>
      </p:sp>
      <p:pic>
        <p:nvPicPr>
          <p:cNvPr id="9" name="Image 8">
            <a:extLst>
              <a:ext uri="{FF2B5EF4-FFF2-40B4-BE49-F238E27FC236}">
                <a16:creationId xmlns:a16="http://schemas.microsoft.com/office/drawing/2014/main" id="{845DF7EE-7BCF-4102-B7A8-B8F30BEEB494}"/>
              </a:ext>
            </a:extLst>
          </p:cNvPr>
          <p:cNvPicPr>
            <a:picLocks noChangeAspect="1"/>
          </p:cNvPicPr>
          <p:nvPr userDrawn="1"/>
        </p:nvPicPr>
        <p:blipFill>
          <a:blip r:embed="rId2"/>
          <a:srcRect/>
          <a:stretch/>
        </p:blipFill>
        <p:spPr>
          <a:xfrm>
            <a:off x="8037563" y="4837246"/>
            <a:ext cx="817635" cy="173146"/>
          </a:xfrm>
          <a:prstGeom prst="rect">
            <a:avLst/>
          </a:prstGeom>
          <a:noFill/>
        </p:spPr>
      </p:pic>
    </p:spTree>
    <p:extLst>
      <p:ext uri="{BB962C8B-B14F-4D97-AF65-F5344CB8AC3E}">
        <p14:creationId xmlns:p14="http://schemas.microsoft.com/office/powerpoint/2010/main" val="1210707826"/>
      </p:ext>
    </p:extLst>
  </p:cSld>
  <p:clrMapOvr>
    <a:masterClrMapping/>
  </p:clrMapOvr>
  <p:transition>
    <p:fade/>
  </p:transition>
  <p:extLst>
    <p:ext uri="{DCECCB84-F9BA-43D5-87BE-67443E8EF086}">
      <p15:sldGuideLst xmlns:p15="http://schemas.microsoft.com/office/powerpoint/2012/main">
        <p15:guide id="1" pos="557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6" name="Espace réservé du texte 12">
            <a:extLst>
              <a:ext uri="{FF2B5EF4-FFF2-40B4-BE49-F238E27FC236}">
                <a16:creationId xmlns:a16="http://schemas.microsoft.com/office/drawing/2014/main" id="{7EBF2E1D-D492-4B49-A512-C63AC80F85F8}"/>
              </a:ext>
            </a:extLst>
          </p:cNvPr>
          <p:cNvSpPr>
            <a:spLocks noGrp="1"/>
          </p:cNvSpPr>
          <p:nvPr>
            <p:ph type="body" sz="quarter" idx="16" hasCustomPrompt="1"/>
          </p:nvPr>
        </p:nvSpPr>
        <p:spPr>
          <a:xfrm>
            <a:off x="1615439" y="143587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10" name="Espace réservé du texte 18">
            <a:extLst>
              <a:ext uri="{FF2B5EF4-FFF2-40B4-BE49-F238E27FC236}">
                <a16:creationId xmlns:a16="http://schemas.microsoft.com/office/drawing/2014/main" id="{2E95906C-5CA5-4BA3-A292-15C1688840E1}"/>
              </a:ext>
            </a:extLst>
          </p:cNvPr>
          <p:cNvSpPr>
            <a:spLocks noGrp="1"/>
          </p:cNvSpPr>
          <p:nvPr>
            <p:ph type="body" sz="quarter" idx="21" hasCustomPrompt="1"/>
          </p:nvPr>
        </p:nvSpPr>
        <p:spPr>
          <a:xfrm>
            <a:off x="1502657" y="166716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11" name="Espace réservé du texte 12">
            <a:extLst>
              <a:ext uri="{FF2B5EF4-FFF2-40B4-BE49-F238E27FC236}">
                <a16:creationId xmlns:a16="http://schemas.microsoft.com/office/drawing/2014/main" id="{3FB003D9-D2CB-43AC-8422-454FDA1FEB78}"/>
              </a:ext>
            </a:extLst>
          </p:cNvPr>
          <p:cNvSpPr>
            <a:spLocks noGrp="1"/>
          </p:cNvSpPr>
          <p:nvPr>
            <p:ph type="body" sz="quarter" idx="36" hasCustomPrompt="1"/>
          </p:nvPr>
        </p:nvSpPr>
        <p:spPr>
          <a:xfrm>
            <a:off x="1502657" y="111515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01</a:t>
            </a:r>
          </a:p>
        </p:txBody>
      </p:sp>
      <p:sp>
        <p:nvSpPr>
          <p:cNvPr id="12" name="Espace réservé du texte 12">
            <a:extLst>
              <a:ext uri="{FF2B5EF4-FFF2-40B4-BE49-F238E27FC236}">
                <a16:creationId xmlns:a16="http://schemas.microsoft.com/office/drawing/2014/main" id="{88B6B1E0-5651-4B71-B828-F03662BF48E0}"/>
              </a:ext>
            </a:extLst>
          </p:cNvPr>
          <p:cNvSpPr>
            <a:spLocks noGrp="1"/>
          </p:cNvSpPr>
          <p:nvPr>
            <p:ph type="body" sz="quarter" idx="37" hasCustomPrompt="1"/>
          </p:nvPr>
        </p:nvSpPr>
        <p:spPr>
          <a:xfrm>
            <a:off x="1615439" y="261062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13" name="Espace réservé du texte 18">
            <a:extLst>
              <a:ext uri="{FF2B5EF4-FFF2-40B4-BE49-F238E27FC236}">
                <a16:creationId xmlns:a16="http://schemas.microsoft.com/office/drawing/2014/main" id="{A97D576F-69C8-42FE-B023-2F464A71D43F}"/>
              </a:ext>
            </a:extLst>
          </p:cNvPr>
          <p:cNvSpPr>
            <a:spLocks noGrp="1"/>
          </p:cNvSpPr>
          <p:nvPr>
            <p:ph type="body" sz="quarter" idx="38" hasCustomPrompt="1"/>
          </p:nvPr>
        </p:nvSpPr>
        <p:spPr>
          <a:xfrm>
            <a:off x="1502657" y="284191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14" name="Espace réservé du texte 12">
            <a:extLst>
              <a:ext uri="{FF2B5EF4-FFF2-40B4-BE49-F238E27FC236}">
                <a16:creationId xmlns:a16="http://schemas.microsoft.com/office/drawing/2014/main" id="{90896ABD-2DB8-45E3-9D11-DFC204093E25}"/>
              </a:ext>
            </a:extLst>
          </p:cNvPr>
          <p:cNvSpPr>
            <a:spLocks noGrp="1"/>
          </p:cNvSpPr>
          <p:nvPr>
            <p:ph type="body" sz="quarter" idx="39" hasCustomPrompt="1"/>
          </p:nvPr>
        </p:nvSpPr>
        <p:spPr>
          <a:xfrm>
            <a:off x="1502657" y="228990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02</a:t>
            </a:r>
          </a:p>
        </p:txBody>
      </p:sp>
      <p:sp>
        <p:nvSpPr>
          <p:cNvPr id="15" name="Espace réservé du texte 12">
            <a:extLst>
              <a:ext uri="{FF2B5EF4-FFF2-40B4-BE49-F238E27FC236}">
                <a16:creationId xmlns:a16="http://schemas.microsoft.com/office/drawing/2014/main" id="{2A997D23-2302-4814-A181-1BB59782BF28}"/>
              </a:ext>
            </a:extLst>
          </p:cNvPr>
          <p:cNvSpPr>
            <a:spLocks noGrp="1"/>
          </p:cNvSpPr>
          <p:nvPr>
            <p:ph type="body" sz="quarter" idx="43" hasCustomPrompt="1"/>
          </p:nvPr>
        </p:nvSpPr>
        <p:spPr>
          <a:xfrm>
            <a:off x="1615439" y="379172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16" name="Espace réservé du texte 18">
            <a:extLst>
              <a:ext uri="{FF2B5EF4-FFF2-40B4-BE49-F238E27FC236}">
                <a16:creationId xmlns:a16="http://schemas.microsoft.com/office/drawing/2014/main" id="{31915861-BEA1-4BE2-9820-FD61F69BEE5E}"/>
              </a:ext>
            </a:extLst>
          </p:cNvPr>
          <p:cNvSpPr>
            <a:spLocks noGrp="1"/>
          </p:cNvSpPr>
          <p:nvPr>
            <p:ph type="body" sz="quarter" idx="44" hasCustomPrompt="1"/>
          </p:nvPr>
        </p:nvSpPr>
        <p:spPr>
          <a:xfrm>
            <a:off x="1502657" y="402301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17" name="Espace réservé du texte 12">
            <a:extLst>
              <a:ext uri="{FF2B5EF4-FFF2-40B4-BE49-F238E27FC236}">
                <a16:creationId xmlns:a16="http://schemas.microsoft.com/office/drawing/2014/main" id="{6D4CAEA7-9180-42FB-8D51-9E432AEC85D4}"/>
              </a:ext>
            </a:extLst>
          </p:cNvPr>
          <p:cNvSpPr>
            <a:spLocks noGrp="1"/>
          </p:cNvSpPr>
          <p:nvPr>
            <p:ph type="body" sz="quarter" idx="45" hasCustomPrompt="1"/>
          </p:nvPr>
        </p:nvSpPr>
        <p:spPr>
          <a:xfrm>
            <a:off x="1502657" y="347100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03</a:t>
            </a:r>
          </a:p>
        </p:txBody>
      </p:sp>
      <p:sp>
        <p:nvSpPr>
          <p:cNvPr id="18" name="Espace réservé du texte 12">
            <a:extLst>
              <a:ext uri="{FF2B5EF4-FFF2-40B4-BE49-F238E27FC236}">
                <a16:creationId xmlns:a16="http://schemas.microsoft.com/office/drawing/2014/main" id="{2F7A1BBB-6777-4A51-9BE8-A09C47FEE280}"/>
              </a:ext>
            </a:extLst>
          </p:cNvPr>
          <p:cNvSpPr>
            <a:spLocks noGrp="1"/>
          </p:cNvSpPr>
          <p:nvPr>
            <p:ph type="body" sz="quarter" idx="46" hasCustomPrompt="1"/>
          </p:nvPr>
        </p:nvSpPr>
        <p:spPr>
          <a:xfrm>
            <a:off x="5722619" y="143587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19" name="Espace réservé du texte 18">
            <a:extLst>
              <a:ext uri="{FF2B5EF4-FFF2-40B4-BE49-F238E27FC236}">
                <a16:creationId xmlns:a16="http://schemas.microsoft.com/office/drawing/2014/main" id="{A6FE8267-9C90-4C1D-AB2F-3D28E1DF52E7}"/>
              </a:ext>
            </a:extLst>
          </p:cNvPr>
          <p:cNvSpPr>
            <a:spLocks noGrp="1"/>
          </p:cNvSpPr>
          <p:nvPr>
            <p:ph type="body" sz="quarter" idx="47" hasCustomPrompt="1"/>
          </p:nvPr>
        </p:nvSpPr>
        <p:spPr>
          <a:xfrm>
            <a:off x="5609837" y="166716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20" name="Espace réservé du texte 12">
            <a:extLst>
              <a:ext uri="{FF2B5EF4-FFF2-40B4-BE49-F238E27FC236}">
                <a16:creationId xmlns:a16="http://schemas.microsoft.com/office/drawing/2014/main" id="{E2D8F071-1674-4659-8AE2-EA5C61295D2A}"/>
              </a:ext>
            </a:extLst>
          </p:cNvPr>
          <p:cNvSpPr>
            <a:spLocks noGrp="1"/>
          </p:cNvSpPr>
          <p:nvPr>
            <p:ph type="body" sz="quarter" idx="48" hasCustomPrompt="1"/>
          </p:nvPr>
        </p:nvSpPr>
        <p:spPr>
          <a:xfrm>
            <a:off x="5609837" y="111515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04</a:t>
            </a:r>
          </a:p>
        </p:txBody>
      </p:sp>
      <p:sp>
        <p:nvSpPr>
          <p:cNvPr id="21" name="Espace réservé du texte 12">
            <a:extLst>
              <a:ext uri="{FF2B5EF4-FFF2-40B4-BE49-F238E27FC236}">
                <a16:creationId xmlns:a16="http://schemas.microsoft.com/office/drawing/2014/main" id="{CD515270-43AC-4900-A0A6-28051461CCE4}"/>
              </a:ext>
            </a:extLst>
          </p:cNvPr>
          <p:cNvSpPr>
            <a:spLocks noGrp="1"/>
          </p:cNvSpPr>
          <p:nvPr>
            <p:ph type="body" sz="quarter" idx="49" hasCustomPrompt="1"/>
          </p:nvPr>
        </p:nvSpPr>
        <p:spPr>
          <a:xfrm>
            <a:off x="5722619" y="261062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22" name="Espace réservé du texte 18">
            <a:extLst>
              <a:ext uri="{FF2B5EF4-FFF2-40B4-BE49-F238E27FC236}">
                <a16:creationId xmlns:a16="http://schemas.microsoft.com/office/drawing/2014/main" id="{AD482873-8F59-44F9-AA47-AE7E0A0790E7}"/>
              </a:ext>
            </a:extLst>
          </p:cNvPr>
          <p:cNvSpPr>
            <a:spLocks noGrp="1"/>
          </p:cNvSpPr>
          <p:nvPr>
            <p:ph type="body" sz="quarter" idx="50" hasCustomPrompt="1"/>
          </p:nvPr>
        </p:nvSpPr>
        <p:spPr>
          <a:xfrm>
            <a:off x="5609837" y="284191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23" name="Espace réservé du texte 12">
            <a:extLst>
              <a:ext uri="{FF2B5EF4-FFF2-40B4-BE49-F238E27FC236}">
                <a16:creationId xmlns:a16="http://schemas.microsoft.com/office/drawing/2014/main" id="{A7A143B4-4E3D-4D1B-9C7D-F703929996FD}"/>
              </a:ext>
            </a:extLst>
          </p:cNvPr>
          <p:cNvSpPr>
            <a:spLocks noGrp="1"/>
          </p:cNvSpPr>
          <p:nvPr>
            <p:ph type="body" sz="quarter" idx="51" hasCustomPrompt="1"/>
          </p:nvPr>
        </p:nvSpPr>
        <p:spPr>
          <a:xfrm>
            <a:off x="5609837" y="228990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05</a:t>
            </a:r>
          </a:p>
        </p:txBody>
      </p:sp>
      <p:sp>
        <p:nvSpPr>
          <p:cNvPr id="24" name="Espace réservé du texte 12">
            <a:extLst>
              <a:ext uri="{FF2B5EF4-FFF2-40B4-BE49-F238E27FC236}">
                <a16:creationId xmlns:a16="http://schemas.microsoft.com/office/drawing/2014/main" id="{482FD671-50B7-4243-BDE4-41F913FEFBAC}"/>
              </a:ext>
            </a:extLst>
          </p:cNvPr>
          <p:cNvSpPr>
            <a:spLocks noGrp="1"/>
          </p:cNvSpPr>
          <p:nvPr>
            <p:ph type="body" sz="quarter" idx="52" hasCustomPrompt="1"/>
          </p:nvPr>
        </p:nvSpPr>
        <p:spPr>
          <a:xfrm>
            <a:off x="5722619" y="379172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25" name="Espace réservé du texte 18">
            <a:extLst>
              <a:ext uri="{FF2B5EF4-FFF2-40B4-BE49-F238E27FC236}">
                <a16:creationId xmlns:a16="http://schemas.microsoft.com/office/drawing/2014/main" id="{12B75139-0488-42FE-B16B-FF5E9C38C1AF}"/>
              </a:ext>
            </a:extLst>
          </p:cNvPr>
          <p:cNvSpPr>
            <a:spLocks noGrp="1"/>
          </p:cNvSpPr>
          <p:nvPr>
            <p:ph type="body" sz="quarter" idx="53" hasCustomPrompt="1"/>
          </p:nvPr>
        </p:nvSpPr>
        <p:spPr>
          <a:xfrm>
            <a:off x="5609837" y="402301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26" name="Espace réservé du texte 12">
            <a:extLst>
              <a:ext uri="{FF2B5EF4-FFF2-40B4-BE49-F238E27FC236}">
                <a16:creationId xmlns:a16="http://schemas.microsoft.com/office/drawing/2014/main" id="{F732F2DD-7975-4E7B-872E-ACE4E87EDB1A}"/>
              </a:ext>
            </a:extLst>
          </p:cNvPr>
          <p:cNvSpPr>
            <a:spLocks noGrp="1"/>
          </p:cNvSpPr>
          <p:nvPr>
            <p:ph type="body" sz="quarter" idx="54" hasCustomPrompt="1"/>
          </p:nvPr>
        </p:nvSpPr>
        <p:spPr>
          <a:xfrm>
            <a:off x="5609837" y="347100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06</a:t>
            </a:r>
          </a:p>
        </p:txBody>
      </p:sp>
      <p:sp>
        <p:nvSpPr>
          <p:cNvPr id="27" name="Espace réservé du pied de page 4">
            <a:extLst>
              <a:ext uri="{FF2B5EF4-FFF2-40B4-BE49-F238E27FC236}">
                <a16:creationId xmlns:a16="http://schemas.microsoft.com/office/drawing/2014/main" id="{9451413B-5451-2984-8B2D-A6F9405B1306}"/>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2" name="Titre 1">
            <a:extLst>
              <a:ext uri="{FF2B5EF4-FFF2-40B4-BE49-F238E27FC236}">
                <a16:creationId xmlns:a16="http://schemas.microsoft.com/office/drawing/2014/main" id="{64EFD501-9C62-09B5-E4B0-8E84360A9F2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934465856"/>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contenu 3">
            <a:extLst>
              <a:ext uri="{FF2B5EF4-FFF2-40B4-BE49-F238E27FC236}">
                <a16:creationId xmlns:a16="http://schemas.microsoft.com/office/drawing/2014/main" id="{14E6BA19-6303-EEAE-18EC-0686F94CEE20}"/>
              </a:ext>
            </a:extLst>
          </p:cNvPr>
          <p:cNvSpPr>
            <a:spLocks noGrp="1"/>
          </p:cNvSpPr>
          <p:nvPr>
            <p:ph sz="quarter" idx="11"/>
          </p:nvPr>
        </p:nvSpPr>
        <p:spPr>
          <a:xfrm>
            <a:off x="287338" y="1001713"/>
            <a:ext cx="8569325" cy="3622676"/>
          </a:xfrm>
          <a:prstGeom prst="rect">
            <a:avLst/>
          </a:prstGeom>
        </p:spPr>
        <p:txBody>
          <a:bodyPr/>
          <a:lstStyle>
            <a:lvl1pPr marL="0" indent="0">
              <a:buNone/>
              <a:defRPr>
                <a:solidFill>
                  <a:schemeClr val="bg1"/>
                </a:solidFill>
              </a:defRPr>
            </a:lvl1pPr>
          </a:lstStyle>
          <a:p>
            <a:pPr lvl="0"/>
            <a:endParaRPr lang="fr-FR" dirty="0"/>
          </a:p>
        </p:txBody>
      </p:sp>
      <p:sp>
        <p:nvSpPr>
          <p:cNvPr id="3" name="Titre 2">
            <a:extLst>
              <a:ext uri="{FF2B5EF4-FFF2-40B4-BE49-F238E27FC236}">
                <a16:creationId xmlns:a16="http://schemas.microsoft.com/office/drawing/2014/main" id="{9997890B-37E7-8259-D78C-BF631660D328}"/>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118983735"/>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TEXT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texte 5">
            <a:extLst>
              <a:ext uri="{FF2B5EF4-FFF2-40B4-BE49-F238E27FC236}">
                <a16:creationId xmlns:a16="http://schemas.microsoft.com/office/drawing/2014/main" id="{FF4275CF-95CE-BCA6-96E1-1283473E8AE8}"/>
              </a:ext>
            </a:extLst>
          </p:cNvPr>
          <p:cNvSpPr>
            <a:spLocks noGrp="1"/>
          </p:cNvSpPr>
          <p:nvPr>
            <p:ph type="body" sz="quarter" idx="10" hasCustomPrompt="1"/>
          </p:nvPr>
        </p:nvSpPr>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7" name="Titre 6">
            <a:extLst>
              <a:ext uri="{FF2B5EF4-FFF2-40B4-BE49-F238E27FC236}">
                <a16:creationId xmlns:a16="http://schemas.microsoft.com/office/drawing/2014/main" id="{23B65914-3E95-9769-13F1-60E51F6D2279}"/>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4198773943"/>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TEXTx2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69925D1-628C-E93F-77A3-4DE682A3F3D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B36D25C1-890B-ED1E-6440-92771002D29B}"/>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8" name="Espace réservé du texte 4">
            <a:extLst>
              <a:ext uri="{FF2B5EF4-FFF2-40B4-BE49-F238E27FC236}">
                <a16:creationId xmlns:a16="http://schemas.microsoft.com/office/drawing/2014/main" id="{29E26E9A-C805-DCE0-08BF-2C21126FE1F7}"/>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0" name="Titre 9">
            <a:extLst>
              <a:ext uri="{FF2B5EF4-FFF2-40B4-BE49-F238E27FC236}">
                <a16:creationId xmlns:a16="http://schemas.microsoft.com/office/drawing/2014/main" id="{4B16523A-4AD0-A96D-0800-80397CFCB5F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892380680"/>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TEXT_Right_White">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938C6CF-C92A-455E-BDA8-BA47D4918DE7}"/>
              </a:ext>
            </a:extLst>
          </p:cNvPr>
          <p:cNvSpPr>
            <a:spLocks noGrp="1"/>
          </p:cNvSpPr>
          <p:nvPr>
            <p:ph type="pic" sz="quarter" idx="12"/>
          </p:nvPr>
        </p:nvSpPr>
        <p:spPr>
          <a:xfrm>
            <a:off x="287338"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Espace réservé du pied de page 4">
            <a:extLst>
              <a:ext uri="{FF2B5EF4-FFF2-40B4-BE49-F238E27FC236}">
                <a16:creationId xmlns:a16="http://schemas.microsoft.com/office/drawing/2014/main" id="{3B1F21EB-8662-8C41-3C0A-0F605CB04BF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9937D288-187B-EB20-26BD-8AE9EF0D638D}"/>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Titre 4">
            <a:extLst>
              <a:ext uri="{FF2B5EF4-FFF2-40B4-BE49-F238E27FC236}">
                <a16:creationId xmlns:a16="http://schemas.microsoft.com/office/drawing/2014/main" id="{37F4F235-2A80-ED78-F243-42232E82CAD1}"/>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860040047"/>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TEXT_Left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70F129C2-FC0F-5D79-D2F5-A76CFCFB2E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334235F4-E084-4D43-897B-04A08BB52639}"/>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Espace réservé pour une image  3">
            <a:extLst>
              <a:ext uri="{FF2B5EF4-FFF2-40B4-BE49-F238E27FC236}">
                <a16:creationId xmlns:a16="http://schemas.microsoft.com/office/drawing/2014/main" id="{C268BE82-0714-E903-B117-67474D65C0CE}"/>
              </a:ext>
            </a:extLst>
          </p:cNvPr>
          <p:cNvSpPr>
            <a:spLocks noGrp="1"/>
          </p:cNvSpPr>
          <p:nvPr>
            <p:ph type="pic" sz="quarter" idx="12"/>
          </p:nvPr>
        </p:nvSpPr>
        <p:spPr>
          <a:xfrm>
            <a:off x="4664467"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Titre 7">
            <a:extLst>
              <a:ext uri="{FF2B5EF4-FFF2-40B4-BE49-F238E27FC236}">
                <a16:creationId xmlns:a16="http://schemas.microsoft.com/office/drawing/2014/main" id="{5A2D9CA7-2B0F-B5F6-B7BE-C1724F788B2B}"/>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923719243"/>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_2xLINES_White">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22FFB576-0FA5-59F3-D870-10CB8194A3AB}"/>
              </a:ext>
            </a:extLst>
          </p:cNvPr>
          <p:cNvSpPr>
            <a:spLocks noGrp="1"/>
          </p:cNvSpPr>
          <p:nvPr>
            <p:ph sz="quarter" idx="12" hasCustomPrompt="1"/>
          </p:nvPr>
        </p:nvSpPr>
        <p:spPr>
          <a:xfrm>
            <a:off x="287338" y="1325366"/>
            <a:ext cx="8569325" cy="329902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2" name="Rectangle 1">
            <a:extLst>
              <a:ext uri="{FF2B5EF4-FFF2-40B4-BE49-F238E27FC236}">
                <a16:creationId xmlns:a16="http://schemas.microsoft.com/office/drawing/2014/main" id="{4D7926FA-4C37-4337-A48F-C1E3BB67A08D}"/>
              </a:ext>
            </a:extLst>
          </p:cNvPr>
          <p:cNvSpPr/>
          <p:nvPr userDrawn="1"/>
        </p:nvSpPr>
        <p:spPr>
          <a:xfrm>
            <a:off x="140677" y="600222"/>
            <a:ext cx="1350498" cy="248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 name="Groupe 10">
            <a:extLst>
              <a:ext uri="{FF2B5EF4-FFF2-40B4-BE49-F238E27FC236}">
                <a16:creationId xmlns:a16="http://schemas.microsoft.com/office/drawing/2014/main" id="{F9FFDC42-125C-4054-A929-D2AEC3063789}"/>
              </a:ext>
            </a:extLst>
          </p:cNvPr>
          <p:cNvGrpSpPr/>
          <p:nvPr userDrawn="1"/>
        </p:nvGrpSpPr>
        <p:grpSpPr>
          <a:xfrm>
            <a:off x="295226" y="994644"/>
            <a:ext cx="995611" cy="72008"/>
            <a:chOff x="479376" y="980728"/>
            <a:chExt cx="995611" cy="72008"/>
          </a:xfrm>
        </p:grpSpPr>
        <p:cxnSp>
          <p:nvCxnSpPr>
            <p:cNvPr id="12" name="Connecteur droit 11">
              <a:extLst>
                <a:ext uri="{FF2B5EF4-FFF2-40B4-BE49-F238E27FC236}">
                  <a16:creationId xmlns:a16="http://schemas.microsoft.com/office/drawing/2014/main" id="{680F81FB-0C3F-4ACC-8152-C73B0FC424CC}"/>
                </a:ext>
              </a:extLst>
            </p:cNvPr>
            <p:cNvCxnSpPr>
              <a:cxnSpLocks/>
            </p:cNvCxnSpPr>
            <p:nvPr userDrawn="1"/>
          </p:nvCxnSpPr>
          <p:spPr>
            <a:xfrm>
              <a:off x="479376" y="1047118"/>
              <a:ext cx="995611" cy="0"/>
            </a:xfrm>
            <a:prstGeom prst="line">
              <a:avLst/>
            </a:prstGeom>
            <a:noFill/>
            <a:ln w="12700" cap="flat" cmpd="sng" algn="ctr">
              <a:solidFill>
                <a:schemeClr val="accent2"/>
              </a:solidFill>
              <a:prstDash val="solid"/>
              <a:miter lim="800000"/>
            </a:ln>
            <a:effectLst/>
          </p:spPr>
        </p:cxnSp>
        <p:sp>
          <p:nvSpPr>
            <p:cNvPr id="13" name="Rectangle 12">
              <a:extLst>
                <a:ext uri="{FF2B5EF4-FFF2-40B4-BE49-F238E27FC236}">
                  <a16:creationId xmlns:a16="http://schemas.microsoft.com/office/drawing/2014/main" id="{F0F322F3-DC27-4466-81D1-86ACB0ECF7A9}"/>
                </a:ext>
              </a:extLst>
            </p:cNvPr>
            <p:cNvSpPr/>
            <p:nvPr userDrawn="1"/>
          </p:nvSpPr>
          <p:spPr>
            <a:xfrm>
              <a:off x="479376" y="980728"/>
              <a:ext cx="504056" cy="72008"/>
            </a:xfrm>
            <a:prstGeom prst="rect">
              <a:avLst/>
            </a:prstGeom>
            <a:gradFill>
              <a:gsLst>
                <a:gs pos="0">
                  <a:schemeClr val="accent1"/>
                </a:gs>
                <a:gs pos="100000">
                  <a:schemeClr val="accent2"/>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8" name="Espace réservé du pied de page 4">
            <a:extLst>
              <a:ext uri="{FF2B5EF4-FFF2-40B4-BE49-F238E27FC236}">
                <a16:creationId xmlns:a16="http://schemas.microsoft.com/office/drawing/2014/main" id="{79525850-0777-A6EE-F419-D78308D9300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Titre 3">
            <a:extLst>
              <a:ext uri="{FF2B5EF4-FFF2-40B4-BE49-F238E27FC236}">
                <a16:creationId xmlns:a16="http://schemas.microsoft.com/office/drawing/2014/main" id="{7AF61A5A-A8E1-F705-5F9A-F00FEED49FF8}"/>
              </a:ext>
            </a:extLst>
          </p:cNvPr>
          <p:cNvSpPr>
            <a:spLocks noGrp="1"/>
          </p:cNvSpPr>
          <p:nvPr>
            <p:ph type="title" hasCustomPrompt="1"/>
          </p:nvPr>
        </p:nvSpPr>
        <p:spPr>
          <a:xfrm>
            <a:off x="295226" y="205996"/>
            <a:ext cx="8559972" cy="739146"/>
          </a:xfrm>
        </p:spPr>
        <p:txBody>
          <a:bodyPr/>
          <a:lstStyle>
            <a:lvl1pPr>
              <a:lnSpc>
                <a:spcPct val="90000"/>
              </a:lnSpc>
              <a:defRPr/>
            </a:lvl1pPr>
          </a:lstStyle>
          <a:p>
            <a:r>
              <a:rPr lang="en-US" dirty="0"/>
              <a:t>Click here </a:t>
            </a:r>
            <a:br>
              <a:rPr lang="en-US" dirty="0"/>
            </a:br>
            <a:r>
              <a:rPr lang="en-US" dirty="0"/>
              <a:t>to add a title </a:t>
            </a:r>
            <a:endParaRPr lang="en-GB" dirty="0"/>
          </a:p>
        </p:txBody>
      </p:sp>
    </p:spTree>
    <p:extLst>
      <p:ext uri="{BB962C8B-B14F-4D97-AF65-F5344CB8AC3E}">
        <p14:creationId xmlns:p14="http://schemas.microsoft.com/office/powerpoint/2010/main" val="3742212308"/>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TEXT_BLOC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8" name="Rectangle 7">
            <a:extLst>
              <a:ext uri="{FF2B5EF4-FFF2-40B4-BE49-F238E27FC236}">
                <a16:creationId xmlns:a16="http://schemas.microsoft.com/office/drawing/2014/main" id="{A9579404-282D-4B0E-A99F-DB85776D4D8E}"/>
              </a:ext>
            </a:extLst>
          </p:cNvPr>
          <p:cNvSpPr/>
          <p:nvPr userDrawn="1"/>
        </p:nvSpPr>
        <p:spPr>
          <a:xfrm>
            <a:off x="287338" y="4171951"/>
            <a:ext cx="8569324" cy="457200"/>
          </a:xfrm>
          <a:prstGeom prst="rect">
            <a:avLst/>
          </a:prstGeom>
          <a:gradFill flip="none" rotWithShape="1">
            <a:gsLst>
              <a:gs pos="0">
                <a:srgbClr val="122A57"/>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6675F3D-A583-1C52-1FED-53EA7A70037C}"/>
              </a:ext>
            </a:extLst>
          </p:cNvPr>
          <p:cNvSpPr>
            <a:spLocks noGrp="1"/>
          </p:cNvSpPr>
          <p:nvPr>
            <p:ph type="body" sz="quarter" idx="12" hasCustomPrompt="1"/>
          </p:nvPr>
        </p:nvSpPr>
        <p:spPr>
          <a:xfrm>
            <a:off x="287338" y="4396291"/>
            <a:ext cx="8569324" cy="184666"/>
          </a:xfrm>
          <a:prstGeom prst="rect">
            <a:avLst/>
          </a:prstGeom>
        </p:spPr>
        <p:txBody>
          <a:bodyPr lIns="0" tIns="0" rIns="0" bIns="0" anchor="ctr" anchorCtr="0">
            <a:spAutoFit/>
          </a:bodyPr>
          <a:lstStyle>
            <a:lvl1pPr marL="0" indent="0" algn="ctr">
              <a:buNone/>
              <a:defRPr sz="1200">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9" name="Espace réservé du texte 6">
            <a:extLst>
              <a:ext uri="{FF2B5EF4-FFF2-40B4-BE49-F238E27FC236}">
                <a16:creationId xmlns:a16="http://schemas.microsoft.com/office/drawing/2014/main" id="{9358AD63-E459-F89D-5CFD-8811589D16AC}"/>
              </a:ext>
            </a:extLst>
          </p:cNvPr>
          <p:cNvSpPr>
            <a:spLocks noGrp="1"/>
          </p:cNvSpPr>
          <p:nvPr>
            <p:ph type="body" sz="quarter" idx="13" hasCustomPrompt="1"/>
          </p:nvPr>
        </p:nvSpPr>
        <p:spPr>
          <a:xfrm>
            <a:off x="287338" y="4210783"/>
            <a:ext cx="8569324" cy="184666"/>
          </a:xfrm>
          <a:prstGeom prst="rect">
            <a:avLst/>
          </a:prstGeom>
        </p:spPr>
        <p:txBody>
          <a:bodyPr lIns="0" tIns="0" rIns="0" bIns="0" anchor="ctr" anchorCtr="0">
            <a:spAutoFit/>
          </a:bodyPr>
          <a:lstStyle>
            <a:lvl1pPr marL="0" indent="0" algn="ctr">
              <a:buNone/>
              <a:defRPr sz="1200" b="1">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10" name="Espace réservé du contenu 9">
            <a:extLst>
              <a:ext uri="{FF2B5EF4-FFF2-40B4-BE49-F238E27FC236}">
                <a16:creationId xmlns:a16="http://schemas.microsoft.com/office/drawing/2014/main" id="{E985D512-F1DF-82F8-FA06-06866434FD12}"/>
              </a:ext>
            </a:extLst>
          </p:cNvPr>
          <p:cNvSpPr>
            <a:spLocks noGrp="1"/>
          </p:cNvSpPr>
          <p:nvPr>
            <p:ph sz="quarter" idx="14" hasCustomPrompt="1"/>
          </p:nvPr>
        </p:nvSpPr>
        <p:spPr>
          <a:xfrm>
            <a:off x="287338" y="1001713"/>
            <a:ext cx="8569325" cy="312261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1" name="Titre 10">
            <a:extLst>
              <a:ext uri="{FF2B5EF4-FFF2-40B4-BE49-F238E27FC236}">
                <a16:creationId xmlns:a16="http://schemas.microsoft.com/office/drawing/2014/main" id="{0A79AE0B-A2E8-E52E-80C2-F4AA1277B74F}"/>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003970112"/>
      </p:ext>
    </p:extLst>
  </p:cSld>
  <p:clrMapOvr>
    <a:masterClrMapping/>
  </p:clrMapOvr>
  <p:transition>
    <p:fade/>
  </p:transition>
  <p:extLst mod="1">
    <p:ext uri="{DCECCB84-F9BA-43D5-87BE-67443E8EF086}">
      <p15:sldGuideLst xmlns:p15="http://schemas.microsoft.com/office/powerpoint/2012/main">
        <p15:guide id="1" pos="557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wered by Trust">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pic>
        <p:nvPicPr>
          <p:cNvPr id="4" name="Graphique 3">
            <a:extLst>
              <a:ext uri="{FF2B5EF4-FFF2-40B4-BE49-F238E27FC236}">
                <a16:creationId xmlns:a16="http://schemas.microsoft.com/office/drawing/2014/main" id="{CDE4E2B4-BAF4-F24A-FE22-73FA145D02DF}"/>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3214687" y="1393495"/>
            <a:ext cx="2714625" cy="2095500"/>
          </a:xfrm>
          <a:prstGeom prst="rect">
            <a:avLst/>
          </a:prstGeom>
        </p:spPr>
      </p:pic>
      <p:sp>
        <p:nvSpPr>
          <p:cNvPr id="7" name="Rectangle 6">
            <a:extLst>
              <a:ext uri="{FF2B5EF4-FFF2-40B4-BE49-F238E27FC236}">
                <a16:creationId xmlns:a16="http://schemas.microsoft.com/office/drawing/2014/main" id="{941DE8A4-EE7A-6F57-AF4F-8DA5A5AB6DCA}"/>
              </a:ext>
            </a:extLst>
          </p:cNvPr>
          <p:cNvSpPr/>
          <p:nvPr userDrawn="1"/>
        </p:nvSpPr>
        <p:spPr>
          <a:xfrm>
            <a:off x="178191" y="581465"/>
            <a:ext cx="1542757" cy="2532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1834345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p:nvPr>
        </p:nvSpPr>
        <p:spPr>
          <a:xfrm>
            <a:off x="1" y="0"/>
            <a:ext cx="3651142" cy="5145088"/>
          </a:xfrm>
          <a:prstGeom prst="rect">
            <a:avLst/>
          </a:prstGeom>
        </p:spPr>
        <p:txBody>
          <a:bodyPr/>
          <a:lstStyle>
            <a:lvl1pPr marL="0" indent="0">
              <a:buNone/>
              <a:defRPr>
                <a:solidFill>
                  <a:schemeClr val="bg1"/>
                </a:solidFill>
              </a:defRPr>
            </a:lvl1pPr>
          </a:lstStyle>
          <a:p>
            <a:endParaRPr lang="fr-FR" dirty="0"/>
          </a:p>
        </p:txBody>
      </p:sp>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4104655" y="1767832"/>
            <a:ext cx="3359385" cy="1693359"/>
          </a:xfrm>
          <a:prstGeom prst="rect">
            <a:avLst/>
          </a:prstGeom>
        </p:spPr>
        <p:txBody>
          <a:bodyPr lIns="0" anchor="ctr" anchorCtr="0">
            <a:noAutofit/>
          </a:bodyPr>
          <a:lstStyle>
            <a:lvl1pPr marL="0" indent="0" algn="l">
              <a:lnSpc>
                <a:spcPct val="90000"/>
              </a:lnSpc>
              <a:spcBef>
                <a:spcPts val="0"/>
              </a:spcBef>
              <a:buNone/>
              <a:defRPr sz="2600" b="1">
                <a:solidFill>
                  <a:schemeClr val="accent2"/>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13" name="Espace réservé du texte 3">
            <a:extLst>
              <a:ext uri="{FF2B5EF4-FFF2-40B4-BE49-F238E27FC236}">
                <a16:creationId xmlns:a16="http://schemas.microsoft.com/office/drawing/2014/main" id="{D575B653-E75E-4D6F-B409-9D8F0B51435D}"/>
              </a:ext>
            </a:extLst>
          </p:cNvPr>
          <p:cNvSpPr>
            <a:spLocks noGrp="1"/>
          </p:cNvSpPr>
          <p:nvPr>
            <p:ph type="body" sz="quarter" idx="13" hasCustomPrompt="1"/>
          </p:nvPr>
        </p:nvSpPr>
        <p:spPr>
          <a:xfrm>
            <a:off x="4104655" y="1172722"/>
            <a:ext cx="3359386" cy="511175"/>
          </a:xfrm>
          <a:prstGeom prst="rect">
            <a:avLst/>
          </a:prstGeom>
        </p:spPr>
        <p:txBody>
          <a:bodyPr lIns="0" anchor="b" anchorCtr="0"/>
          <a:lstStyle>
            <a:lvl1pPr marL="0" indent="0" algn="l">
              <a:buNone/>
              <a:defRPr sz="2000" b="0">
                <a:solidFill>
                  <a:schemeClr val="accent5"/>
                </a:solidFill>
              </a:defRPr>
            </a:lvl1pPr>
            <a:lvl2pPr marL="184286" indent="0" algn="ctr">
              <a:buNone/>
              <a:defRPr>
                <a:solidFill>
                  <a:schemeClr val="tx1"/>
                </a:solidFill>
              </a:defRPr>
            </a:lvl2pPr>
            <a:lvl3pPr marL="343152" indent="0" algn="ctr">
              <a:buNone/>
              <a:defRPr>
                <a:solidFill>
                  <a:schemeClr val="tx1"/>
                </a:solidFill>
              </a:defRPr>
            </a:lvl3pPr>
            <a:lvl4pPr marL="1372595" indent="0" algn="ctr">
              <a:buNone/>
              <a:defRPr>
                <a:solidFill>
                  <a:schemeClr val="tx1"/>
                </a:solidFill>
              </a:defRPr>
            </a:lvl4pPr>
            <a:lvl5pPr marL="1830123" indent="0" algn="ctr">
              <a:buNone/>
              <a:defRPr>
                <a:solidFill>
                  <a:schemeClr val="tx1"/>
                </a:solidFill>
              </a:defRPr>
            </a:lvl5pPr>
          </a:lstStyle>
          <a:p>
            <a:pPr lvl="0"/>
            <a:r>
              <a:rPr lang="fr-FR" err="1"/>
              <a:t>Chapter</a:t>
            </a:r>
            <a:r>
              <a:rPr lang="fr-FR"/>
              <a:t> 01</a:t>
            </a:r>
          </a:p>
        </p:txBody>
      </p:sp>
      <p:pic>
        <p:nvPicPr>
          <p:cNvPr id="9" name="Image 8">
            <a:extLst>
              <a:ext uri="{FF2B5EF4-FFF2-40B4-BE49-F238E27FC236}">
                <a16:creationId xmlns:a16="http://schemas.microsoft.com/office/drawing/2014/main" id="{845DF7EE-7BCF-4102-B7A8-B8F30BEEB494}"/>
              </a:ext>
            </a:extLst>
          </p:cNvPr>
          <p:cNvPicPr>
            <a:picLocks noChangeAspect="1"/>
          </p:cNvPicPr>
          <p:nvPr userDrawn="1"/>
        </p:nvPicPr>
        <p:blipFill>
          <a:blip r:embed="rId2"/>
          <a:srcRect/>
          <a:stretch/>
        </p:blipFill>
        <p:spPr>
          <a:xfrm>
            <a:off x="8037563" y="4837246"/>
            <a:ext cx="817635" cy="173146"/>
          </a:xfrm>
          <a:prstGeom prst="rect">
            <a:avLst/>
          </a:prstGeom>
          <a:noFill/>
        </p:spPr>
      </p:pic>
      <p:grpSp>
        <p:nvGrpSpPr>
          <p:cNvPr id="5" name="Groupe 4">
            <a:extLst>
              <a:ext uri="{FF2B5EF4-FFF2-40B4-BE49-F238E27FC236}">
                <a16:creationId xmlns:a16="http://schemas.microsoft.com/office/drawing/2014/main" id="{08466A22-CF4F-2D26-003A-AD69877EB075}"/>
              </a:ext>
            </a:extLst>
          </p:cNvPr>
          <p:cNvGrpSpPr/>
          <p:nvPr userDrawn="1"/>
        </p:nvGrpSpPr>
        <p:grpSpPr>
          <a:xfrm>
            <a:off x="4104655" y="3616857"/>
            <a:ext cx="995611" cy="72008"/>
            <a:chOff x="479376" y="980728"/>
            <a:chExt cx="995611" cy="72008"/>
          </a:xfrm>
        </p:grpSpPr>
        <p:cxnSp>
          <p:nvCxnSpPr>
            <p:cNvPr id="6" name="Connecteur droit 5">
              <a:extLst>
                <a:ext uri="{FF2B5EF4-FFF2-40B4-BE49-F238E27FC236}">
                  <a16:creationId xmlns:a16="http://schemas.microsoft.com/office/drawing/2014/main" id="{F84DD890-7BF1-BC4C-B63D-C9A2995DB557}"/>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2" name="Rectangle 11">
              <a:extLst>
                <a:ext uri="{FF2B5EF4-FFF2-40B4-BE49-F238E27FC236}">
                  <a16:creationId xmlns:a16="http://schemas.microsoft.com/office/drawing/2014/main" id="{86A5EBA6-1497-5490-E595-6F13D7718D25}"/>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202788938"/>
      </p:ext>
    </p:extLst>
  </p:cSld>
  <p:clrMapOvr>
    <a:masterClrMapping/>
  </p:clrMapOvr>
  <p:transition>
    <p:fade/>
  </p:transition>
  <p:extLst>
    <p:ext uri="{DCECCB84-F9BA-43D5-87BE-67443E8EF086}">
      <p15:sldGuideLst xmlns:p15="http://schemas.microsoft.com/office/powerpoint/2012/main">
        <p15:guide id="1" pos="557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contenu 3">
            <a:extLst>
              <a:ext uri="{FF2B5EF4-FFF2-40B4-BE49-F238E27FC236}">
                <a16:creationId xmlns:a16="http://schemas.microsoft.com/office/drawing/2014/main" id="{14E6BA19-6303-EEAE-18EC-0686F94CEE20}"/>
              </a:ext>
            </a:extLst>
          </p:cNvPr>
          <p:cNvSpPr>
            <a:spLocks noGrp="1"/>
          </p:cNvSpPr>
          <p:nvPr>
            <p:ph sz="quarter" idx="11"/>
          </p:nvPr>
        </p:nvSpPr>
        <p:spPr>
          <a:xfrm>
            <a:off x="287338" y="1001713"/>
            <a:ext cx="8569325" cy="3622676"/>
          </a:xfrm>
          <a:prstGeom prst="rect">
            <a:avLst/>
          </a:prstGeom>
        </p:spPr>
        <p:txBody>
          <a:bodyPr/>
          <a:lstStyle>
            <a:lvl1pPr marL="0" indent="0">
              <a:buNone/>
              <a:defRPr>
                <a:solidFill>
                  <a:schemeClr val="bg1"/>
                </a:solidFill>
              </a:defRPr>
            </a:lvl1pPr>
          </a:lstStyle>
          <a:p>
            <a:pPr lvl="0"/>
            <a:endParaRPr lang="fr-FR" dirty="0"/>
          </a:p>
        </p:txBody>
      </p:sp>
      <p:sp>
        <p:nvSpPr>
          <p:cNvPr id="3" name="Titre 2">
            <a:extLst>
              <a:ext uri="{FF2B5EF4-FFF2-40B4-BE49-F238E27FC236}">
                <a16:creationId xmlns:a16="http://schemas.microsoft.com/office/drawing/2014/main" id="{9997890B-37E7-8259-D78C-BF631660D328}"/>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980752808"/>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_TEXT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texte 5">
            <a:extLst>
              <a:ext uri="{FF2B5EF4-FFF2-40B4-BE49-F238E27FC236}">
                <a16:creationId xmlns:a16="http://schemas.microsoft.com/office/drawing/2014/main" id="{FF4275CF-95CE-BCA6-96E1-1283473E8AE8}"/>
              </a:ext>
            </a:extLst>
          </p:cNvPr>
          <p:cNvSpPr>
            <a:spLocks noGrp="1"/>
          </p:cNvSpPr>
          <p:nvPr>
            <p:ph type="body" sz="quarter" idx="10" hasCustomPrompt="1"/>
          </p:nvPr>
        </p:nvSpPr>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7" name="Titre 6">
            <a:extLst>
              <a:ext uri="{FF2B5EF4-FFF2-40B4-BE49-F238E27FC236}">
                <a16:creationId xmlns:a16="http://schemas.microsoft.com/office/drawing/2014/main" id="{23B65914-3E95-9769-13F1-60E51F6D2279}"/>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849802719"/>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TEXTx2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69925D1-628C-E93F-77A3-4DE682A3F3D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B36D25C1-890B-ED1E-6440-92771002D29B}"/>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8" name="Espace réservé du texte 4">
            <a:extLst>
              <a:ext uri="{FF2B5EF4-FFF2-40B4-BE49-F238E27FC236}">
                <a16:creationId xmlns:a16="http://schemas.microsoft.com/office/drawing/2014/main" id="{29E26E9A-C805-DCE0-08BF-2C21126FE1F7}"/>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0" name="Titre 9">
            <a:extLst>
              <a:ext uri="{FF2B5EF4-FFF2-40B4-BE49-F238E27FC236}">
                <a16:creationId xmlns:a16="http://schemas.microsoft.com/office/drawing/2014/main" id="{4B16523A-4AD0-A96D-0800-80397CFCB5F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840569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_TEXT_Right_White">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938C6CF-C92A-455E-BDA8-BA47D4918DE7}"/>
              </a:ext>
            </a:extLst>
          </p:cNvPr>
          <p:cNvSpPr>
            <a:spLocks noGrp="1"/>
          </p:cNvSpPr>
          <p:nvPr>
            <p:ph type="pic" sz="quarter" idx="12"/>
          </p:nvPr>
        </p:nvSpPr>
        <p:spPr>
          <a:xfrm>
            <a:off x="287338"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Espace réservé du pied de page 4">
            <a:extLst>
              <a:ext uri="{FF2B5EF4-FFF2-40B4-BE49-F238E27FC236}">
                <a16:creationId xmlns:a16="http://schemas.microsoft.com/office/drawing/2014/main" id="{3B1F21EB-8662-8C41-3C0A-0F605CB04BF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9937D288-187B-EB20-26BD-8AE9EF0D638D}"/>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Titre 4">
            <a:extLst>
              <a:ext uri="{FF2B5EF4-FFF2-40B4-BE49-F238E27FC236}">
                <a16:creationId xmlns:a16="http://schemas.microsoft.com/office/drawing/2014/main" id="{37F4F235-2A80-ED78-F243-42232E82CAD1}"/>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814422839"/>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_TEXT_Left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70F129C2-FC0F-5D79-D2F5-A76CFCFB2E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334235F4-E084-4D43-897B-04A08BB52639}"/>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Espace réservé pour une image  3">
            <a:extLst>
              <a:ext uri="{FF2B5EF4-FFF2-40B4-BE49-F238E27FC236}">
                <a16:creationId xmlns:a16="http://schemas.microsoft.com/office/drawing/2014/main" id="{C268BE82-0714-E903-B117-67474D65C0CE}"/>
              </a:ext>
            </a:extLst>
          </p:cNvPr>
          <p:cNvSpPr>
            <a:spLocks noGrp="1"/>
          </p:cNvSpPr>
          <p:nvPr>
            <p:ph type="pic" sz="quarter" idx="12"/>
          </p:nvPr>
        </p:nvSpPr>
        <p:spPr>
          <a:xfrm>
            <a:off x="4664467"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Titre 7">
            <a:extLst>
              <a:ext uri="{FF2B5EF4-FFF2-40B4-BE49-F238E27FC236}">
                <a16:creationId xmlns:a16="http://schemas.microsoft.com/office/drawing/2014/main" id="{5A2D9CA7-2B0F-B5F6-B7BE-C1724F788B2B}"/>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03005702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_2xLINES_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7926FA-4C37-4337-A48F-C1E3BB67A08D}"/>
              </a:ext>
            </a:extLst>
          </p:cNvPr>
          <p:cNvSpPr/>
          <p:nvPr userDrawn="1"/>
        </p:nvSpPr>
        <p:spPr>
          <a:xfrm>
            <a:off x="140677" y="600222"/>
            <a:ext cx="1350498" cy="248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pied de page 4">
            <a:extLst>
              <a:ext uri="{FF2B5EF4-FFF2-40B4-BE49-F238E27FC236}">
                <a16:creationId xmlns:a16="http://schemas.microsoft.com/office/drawing/2014/main" id="{79525850-0777-A6EE-F419-D78308D9300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grpSp>
        <p:nvGrpSpPr>
          <p:cNvPr id="7" name="Groupe 6">
            <a:extLst>
              <a:ext uri="{FF2B5EF4-FFF2-40B4-BE49-F238E27FC236}">
                <a16:creationId xmlns:a16="http://schemas.microsoft.com/office/drawing/2014/main" id="{10FB16BD-CCF4-00E3-F2A7-7B78A662FE02}"/>
              </a:ext>
            </a:extLst>
          </p:cNvPr>
          <p:cNvGrpSpPr/>
          <p:nvPr userDrawn="1"/>
        </p:nvGrpSpPr>
        <p:grpSpPr>
          <a:xfrm>
            <a:off x="295226" y="994644"/>
            <a:ext cx="995611" cy="72008"/>
            <a:chOff x="479376" y="980728"/>
            <a:chExt cx="995611" cy="72008"/>
          </a:xfrm>
        </p:grpSpPr>
        <p:cxnSp>
          <p:nvCxnSpPr>
            <p:cNvPr id="10" name="Connecteur droit 9">
              <a:extLst>
                <a:ext uri="{FF2B5EF4-FFF2-40B4-BE49-F238E27FC236}">
                  <a16:creationId xmlns:a16="http://schemas.microsoft.com/office/drawing/2014/main" id="{FF90CC24-940F-8FEC-B62A-1412DC62AECB}"/>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4" name="Rectangle 13">
              <a:extLst>
                <a:ext uri="{FF2B5EF4-FFF2-40B4-BE49-F238E27FC236}">
                  <a16:creationId xmlns:a16="http://schemas.microsoft.com/office/drawing/2014/main" id="{CCCE9E75-1629-6CFB-1789-EA3A34AE2059}"/>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21" name="Espace réservé du contenu 19">
            <a:extLst>
              <a:ext uri="{FF2B5EF4-FFF2-40B4-BE49-F238E27FC236}">
                <a16:creationId xmlns:a16="http://schemas.microsoft.com/office/drawing/2014/main" id="{4DC0CD7F-A228-0DB0-C38B-76AAA88712DA}"/>
              </a:ext>
            </a:extLst>
          </p:cNvPr>
          <p:cNvSpPr>
            <a:spLocks noGrp="1"/>
          </p:cNvSpPr>
          <p:nvPr>
            <p:ph sz="quarter" idx="12" hasCustomPrompt="1"/>
          </p:nvPr>
        </p:nvSpPr>
        <p:spPr>
          <a:xfrm>
            <a:off x="287338" y="1325366"/>
            <a:ext cx="8569325" cy="329902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3" name="Titre 3">
            <a:extLst>
              <a:ext uri="{FF2B5EF4-FFF2-40B4-BE49-F238E27FC236}">
                <a16:creationId xmlns:a16="http://schemas.microsoft.com/office/drawing/2014/main" id="{3917FC9D-66F1-282A-9073-5D08D7F3DBAD}"/>
              </a:ext>
            </a:extLst>
          </p:cNvPr>
          <p:cNvSpPr>
            <a:spLocks noGrp="1"/>
          </p:cNvSpPr>
          <p:nvPr>
            <p:ph type="title" hasCustomPrompt="1"/>
          </p:nvPr>
        </p:nvSpPr>
        <p:spPr>
          <a:xfrm>
            <a:off x="295226" y="205996"/>
            <a:ext cx="8559972" cy="739146"/>
          </a:xfrm>
        </p:spPr>
        <p:txBody>
          <a:bodyPr/>
          <a:lstStyle>
            <a:lvl1pPr>
              <a:lnSpc>
                <a:spcPct val="90000"/>
              </a:lnSpc>
              <a:defRPr/>
            </a:lvl1pPr>
          </a:lstStyle>
          <a:p>
            <a:r>
              <a:rPr lang="en-US" dirty="0"/>
              <a:t>Click here </a:t>
            </a:r>
            <a:br>
              <a:rPr lang="en-US" dirty="0"/>
            </a:br>
            <a:r>
              <a:rPr lang="en-US" dirty="0"/>
              <a:t>to add a title </a:t>
            </a:r>
            <a:endParaRPr lang="en-GB" dirty="0"/>
          </a:p>
        </p:txBody>
      </p:sp>
    </p:spTree>
    <p:extLst>
      <p:ext uri="{BB962C8B-B14F-4D97-AF65-F5344CB8AC3E}">
        <p14:creationId xmlns:p14="http://schemas.microsoft.com/office/powerpoint/2010/main" val="1835719727"/>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_TEXT_BLOC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8" name="Rectangle 7">
            <a:extLst>
              <a:ext uri="{FF2B5EF4-FFF2-40B4-BE49-F238E27FC236}">
                <a16:creationId xmlns:a16="http://schemas.microsoft.com/office/drawing/2014/main" id="{A9579404-282D-4B0E-A99F-DB85776D4D8E}"/>
              </a:ext>
            </a:extLst>
          </p:cNvPr>
          <p:cNvSpPr/>
          <p:nvPr userDrawn="1"/>
        </p:nvSpPr>
        <p:spPr>
          <a:xfrm>
            <a:off x="287338" y="4171951"/>
            <a:ext cx="8569324" cy="457200"/>
          </a:xfrm>
          <a:prstGeom prst="rect">
            <a:avLst/>
          </a:prstGeom>
          <a:gradFill flip="none" rotWithShape="1">
            <a:gsLst>
              <a:gs pos="0">
                <a:schemeClr val="accent4"/>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6675F3D-A583-1C52-1FED-53EA7A70037C}"/>
              </a:ext>
            </a:extLst>
          </p:cNvPr>
          <p:cNvSpPr>
            <a:spLocks noGrp="1"/>
          </p:cNvSpPr>
          <p:nvPr>
            <p:ph type="body" sz="quarter" idx="12" hasCustomPrompt="1"/>
          </p:nvPr>
        </p:nvSpPr>
        <p:spPr>
          <a:xfrm>
            <a:off x="287338" y="4396291"/>
            <a:ext cx="8569324" cy="184666"/>
          </a:xfrm>
          <a:prstGeom prst="rect">
            <a:avLst/>
          </a:prstGeom>
        </p:spPr>
        <p:txBody>
          <a:bodyPr lIns="0" tIns="0" rIns="0" bIns="0" anchor="ctr" anchorCtr="0">
            <a:spAutoFit/>
          </a:bodyPr>
          <a:lstStyle>
            <a:lvl1pPr marL="0" indent="0" algn="ctr">
              <a:buNone/>
              <a:defRPr sz="1200">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9" name="Espace réservé du texte 6">
            <a:extLst>
              <a:ext uri="{FF2B5EF4-FFF2-40B4-BE49-F238E27FC236}">
                <a16:creationId xmlns:a16="http://schemas.microsoft.com/office/drawing/2014/main" id="{9358AD63-E459-F89D-5CFD-8811589D16AC}"/>
              </a:ext>
            </a:extLst>
          </p:cNvPr>
          <p:cNvSpPr>
            <a:spLocks noGrp="1"/>
          </p:cNvSpPr>
          <p:nvPr>
            <p:ph type="body" sz="quarter" idx="13" hasCustomPrompt="1"/>
          </p:nvPr>
        </p:nvSpPr>
        <p:spPr>
          <a:xfrm>
            <a:off x="287338" y="4210783"/>
            <a:ext cx="8569324" cy="184666"/>
          </a:xfrm>
          <a:prstGeom prst="rect">
            <a:avLst/>
          </a:prstGeom>
        </p:spPr>
        <p:txBody>
          <a:bodyPr lIns="0" tIns="0" rIns="0" bIns="0" anchor="ctr" anchorCtr="0">
            <a:spAutoFit/>
          </a:bodyPr>
          <a:lstStyle>
            <a:lvl1pPr marL="0" indent="0" algn="ctr">
              <a:buNone/>
              <a:defRPr sz="1200" b="1">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10" name="Espace réservé du contenu 9">
            <a:extLst>
              <a:ext uri="{FF2B5EF4-FFF2-40B4-BE49-F238E27FC236}">
                <a16:creationId xmlns:a16="http://schemas.microsoft.com/office/drawing/2014/main" id="{E985D512-F1DF-82F8-FA06-06866434FD12}"/>
              </a:ext>
            </a:extLst>
          </p:cNvPr>
          <p:cNvSpPr>
            <a:spLocks noGrp="1"/>
          </p:cNvSpPr>
          <p:nvPr>
            <p:ph sz="quarter" idx="14" hasCustomPrompt="1"/>
          </p:nvPr>
        </p:nvSpPr>
        <p:spPr>
          <a:xfrm>
            <a:off x="287338" y="1001713"/>
            <a:ext cx="8569325" cy="3122612"/>
          </a:xfrm>
        </p:spPr>
        <p:txBody>
          <a:bodyPr/>
          <a:lstStyle>
            <a:lvl1pPr>
              <a:defRPr>
                <a:solidFill>
                  <a:schemeClr val="accent2"/>
                </a:solidFill>
              </a:defRPr>
            </a:lvl1pPr>
            <a:lvl2pPr>
              <a:defRPr>
                <a:solidFill>
                  <a:schemeClr val="accent2"/>
                </a:solidFill>
              </a:defRPr>
            </a:lvl2pPr>
            <a:lvl3pPr>
              <a:defRPr>
                <a:solidFill>
                  <a:schemeClr val="accent2"/>
                </a:solidFill>
              </a:defRPr>
            </a:lvl3p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1" name="Titre 10">
            <a:extLst>
              <a:ext uri="{FF2B5EF4-FFF2-40B4-BE49-F238E27FC236}">
                <a16:creationId xmlns:a16="http://schemas.microsoft.com/office/drawing/2014/main" id="{0A79AE0B-A2E8-E52E-80C2-F4AA1277B74F}"/>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260892833"/>
      </p:ext>
    </p:extLst>
  </p:cSld>
  <p:clrMapOvr>
    <a:masterClrMapping/>
  </p:clrMapOvr>
  <p:transition>
    <p:fade/>
  </p:transition>
  <p:extLst mod="1">
    <p:ext uri="{DCECCB84-F9BA-43D5-87BE-67443E8EF086}">
      <p15:sldGuideLst xmlns:p15="http://schemas.microsoft.com/office/powerpoint/2012/main">
        <p15:guide id="1" pos="557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p:nvPr>
        </p:nvSpPr>
        <p:spPr>
          <a:xfrm>
            <a:off x="1" y="0"/>
            <a:ext cx="3651142" cy="5145088"/>
          </a:xfrm>
          <a:prstGeom prst="rect">
            <a:avLst/>
          </a:prstGeom>
        </p:spPr>
        <p:txBody>
          <a:bodyPr/>
          <a:lstStyle>
            <a:lvl1pPr marL="0" indent="0">
              <a:buNone/>
              <a:defRPr>
                <a:solidFill>
                  <a:schemeClr val="bg1"/>
                </a:solidFill>
              </a:defRPr>
            </a:lvl1pPr>
          </a:lstStyle>
          <a:p>
            <a:endParaRPr lang="fr-FR" dirty="0"/>
          </a:p>
        </p:txBody>
      </p:sp>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4104655" y="1767832"/>
            <a:ext cx="3359385" cy="1693359"/>
          </a:xfrm>
          <a:prstGeom prst="rect">
            <a:avLst/>
          </a:prstGeom>
        </p:spPr>
        <p:txBody>
          <a:bodyPr lIns="0" anchor="ctr" anchorCtr="0">
            <a:noAutofit/>
          </a:bodyPr>
          <a:lstStyle>
            <a:lvl1pPr marL="0" indent="0" algn="l">
              <a:lnSpc>
                <a:spcPct val="90000"/>
              </a:lnSpc>
              <a:spcBef>
                <a:spcPts val="0"/>
              </a:spcBef>
              <a:buNone/>
              <a:defRPr sz="2600" b="1">
                <a:solidFill>
                  <a:schemeClr val="accent2"/>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13" name="Espace réservé du texte 3">
            <a:extLst>
              <a:ext uri="{FF2B5EF4-FFF2-40B4-BE49-F238E27FC236}">
                <a16:creationId xmlns:a16="http://schemas.microsoft.com/office/drawing/2014/main" id="{D575B653-E75E-4D6F-B409-9D8F0B51435D}"/>
              </a:ext>
            </a:extLst>
          </p:cNvPr>
          <p:cNvSpPr>
            <a:spLocks noGrp="1"/>
          </p:cNvSpPr>
          <p:nvPr>
            <p:ph type="body" sz="quarter" idx="13" hasCustomPrompt="1"/>
          </p:nvPr>
        </p:nvSpPr>
        <p:spPr>
          <a:xfrm>
            <a:off x="4104655" y="1172722"/>
            <a:ext cx="3359386" cy="511175"/>
          </a:xfrm>
          <a:prstGeom prst="rect">
            <a:avLst/>
          </a:prstGeom>
        </p:spPr>
        <p:txBody>
          <a:bodyPr lIns="0" anchor="b" anchorCtr="0"/>
          <a:lstStyle>
            <a:lvl1pPr marL="0" indent="0" algn="l">
              <a:buNone/>
              <a:defRPr sz="2000" b="0">
                <a:solidFill>
                  <a:schemeClr val="accent5"/>
                </a:solidFill>
              </a:defRPr>
            </a:lvl1pPr>
            <a:lvl2pPr marL="184286" indent="0" algn="ctr">
              <a:buNone/>
              <a:defRPr>
                <a:solidFill>
                  <a:schemeClr val="tx1"/>
                </a:solidFill>
              </a:defRPr>
            </a:lvl2pPr>
            <a:lvl3pPr marL="343152" indent="0" algn="ctr">
              <a:buNone/>
              <a:defRPr>
                <a:solidFill>
                  <a:schemeClr val="tx1"/>
                </a:solidFill>
              </a:defRPr>
            </a:lvl3pPr>
            <a:lvl4pPr marL="1372595" indent="0" algn="ctr">
              <a:buNone/>
              <a:defRPr>
                <a:solidFill>
                  <a:schemeClr val="tx1"/>
                </a:solidFill>
              </a:defRPr>
            </a:lvl4pPr>
            <a:lvl5pPr marL="1830123" indent="0" algn="ctr">
              <a:buNone/>
              <a:defRPr>
                <a:solidFill>
                  <a:schemeClr val="tx1"/>
                </a:solidFill>
              </a:defRPr>
            </a:lvl5pPr>
          </a:lstStyle>
          <a:p>
            <a:pPr lvl="0"/>
            <a:r>
              <a:rPr lang="fr-FR" err="1"/>
              <a:t>Chapter</a:t>
            </a:r>
            <a:r>
              <a:rPr lang="fr-FR"/>
              <a:t> 01</a:t>
            </a:r>
          </a:p>
        </p:txBody>
      </p:sp>
      <p:pic>
        <p:nvPicPr>
          <p:cNvPr id="9" name="Image 8">
            <a:extLst>
              <a:ext uri="{FF2B5EF4-FFF2-40B4-BE49-F238E27FC236}">
                <a16:creationId xmlns:a16="http://schemas.microsoft.com/office/drawing/2014/main" id="{845DF7EE-7BCF-4102-B7A8-B8F30BEEB494}"/>
              </a:ext>
            </a:extLst>
          </p:cNvPr>
          <p:cNvPicPr>
            <a:picLocks noChangeAspect="1"/>
          </p:cNvPicPr>
          <p:nvPr userDrawn="1"/>
        </p:nvPicPr>
        <p:blipFill>
          <a:blip r:embed="rId2"/>
          <a:srcRect/>
          <a:stretch/>
        </p:blipFill>
        <p:spPr>
          <a:xfrm>
            <a:off x="8037563" y="4837246"/>
            <a:ext cx="817635" cy="173146"/>
          </a:xfrm>
          <a:prstGeom prst="rect">
            <a:avLst/>
          </a:prstGeom>
          <a:noFill/>
        </p:spPr>
      </p:pic>
      <p:grpSp>
        <p:nvGrpSpPr>
          <p:cNvPr id="5" name="Groupe 4">
            <a:extLst>
              <a:ext uri="{FF2B5EF4-FFF2-40B4-BE49-F238E27FC236}">
                <a16:creationId xmlns:a16="http://schemas.microsoft.com/office/drawing/2014/main" id="{08466A22-CF4F-2D26-003A-AD69877EB075}"/>
              </a:ext>
            </a:extLst>
          </p:cNvPr>
          <p:cNvGrpSpPr/>
          <p:nvPr userDrawn="1"/>
        </p:nvGrpSpPr>
        <p:grpSpPr>
          <a:xfrm>
            <a:off x="4104655" y="3616857"/>
            <a:ext cx="995611" cy="72008"/>
            <a:chOff x="479376" y="980728"/>
            <a:chExt cx="995611" cy="72008"/>
          </a:xfrm>
        </p:grpSpPr>
        <p:cxnSp>
          <p:nvCxnSpPr>
            <p:cNvPr id="6" name="Connecteur droit 5">
              <a:extLst>
                <a:ext uri="{FF2B5EF4-FFF2-40B4-BE49-F238E27FC236}">
                  <a16:creationId xmlns:a16="http://schemas.microsoft.com/office/drawing/2014/main" id="{F84DD890-7BF1-BC4C-B63D-C9A2995DB557}"/>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2" name="Rectangle 11">
              <a:extLst>
                <a:ext uri="{FF2B5EF4-FFF2-40B4-BE49-F238E27FC236}">
                  <a16:creationId xmlns:a16="http://schemas.microsoft.com/office/drawing/2014/main" id="{86A5EBA6-1497-5490-E595-6F13D7718D25}"/>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084205185"/>
      </p:ext>
    </p:extLst>
  </p:cSld>
  <p:clrMapOvr>
    <a:masterClrMapping/>
  </p:clrMapOvr>
  <p:transition>
    <p:fade/>
  </p:transition>
  <p:extLst>
    <p:ext uri="{DCECCB84-F9BA-43D5-87BE-67443E8EF086}">
      <p15:sldGuideLst xmlns:p15="http://schemas.microsoft.com/office/powerpoint/2012/main">
        <p15:guide id="1" pos="557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contenu 3">
            <a:extLst>
              <a:ext uri="{FF2B5EF4-FFF2-40B4-BE49-F238E27FC236}">
                <a16:creationId xmlns:a16="http://schemas.microsoft.com/office/drawing/2014/main" id="{14E6BA19-6303-EEAE-18EC-0686F94CEE20}"/>
              </a:ext>
            </a:extLst>
          </p:cNvPr>
          <p:cNvSpPr>
            <a:spLocks noGrp="1"/>
          </p:cNvSpPr>
          <p:nvPr>
            <p:ph sz="quarter" idx="11"/>
          </p:nvPr>
        </p:nvSpPr>
        <p:spPr>
          <a:xfrm>
            <a:off x="287338" y="1001713"/>
            <a:ext cx="8569325" cy="3622676"/>
          </a:xfrm>
          <a:prstGeom prst="rect">
            <a:avLst/>
          </a:prstGeom>
        </p:spPr>
        <p:txBody>
          <a:bodyPr/>
          <a:lstStyle>
            <a:lvl1pPr marL="0" indent="0">
              <a:buNone/>
              <a:defRPr>
                <a:solidFill>
                  <a:schemeClr val="bg1"/>
                </a:solidFill>
              </a:defRPr>
            </a:lvl1pPr>
          </a:lstStyle>
          <a:p>
            <a:pPr lvl="0"/>
            <a:endParaRPr lang="fr-FR" dirty="0"/>
          </a:p>
        </p:txBody>
      </p:sp>
      <p:sp>
        <p:nvSpPr>
          <p:cNvPr id="3" name="Titre 2">
            <a:extLst>
              <a:ext uri="{FF2B5EF4-FFF2-40B4-BE49-F238E27FC236}">
                <a16:creationId xmlns:a16="http://schemas.microsoft.com/office/drawing/2014/main" id="{9997890B-37E7-8259-D78C-BF631660D328}"/>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810612226"/>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_TEXT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texte 5">
            <a:extLst>
              <a:ext uri="{FF2B5EF4-FFF2-40B4-BE49-F238E27FC236}">
                <a16:creationId xmlns:a16="http://schemas.microsoft.com/office/drawing/2014/main" id="{FF4275CF-95CE-BCA6-96E1-1283473E8AE8}"/>
              </a:ext>
            </a:extLst>
          </p:cNvPr>
          <p:cNvSpPr>
            <a:spLocks noGrp="1"/>
          </p:cNvSpPr>
          <p:nvPr>
            <p:ph type="body" sz="quarter" idx="10" hasCustomPrompt="1"/>
          </p:nvPr>
        </p:nvSpPr>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7" name="Titre 6">
            <a:extLst>
              <a:ext uri="{FF2B5EF4-FFF2-40B4-BE49-F238E27FC236}">
                <a16:creationId xmlns:a16="http://schemas.microsoft.com/office/drawing/2014/main" id="{23B65914-3E95-9769-13F1-60E51F6D2279}"/>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974452555"/>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_TEXTx2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69925D1-628C-E93F-77A3-4DE682A3F3D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B36D25C1-890B-ED1E-6440-92771002D29B}"/>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8" name="Espace réservé du texte 4">
            <a:extLst>
              <a:ext uri="{FF2B5EF4-FFF2-40B4-BE49-F238E27FC236}">
                <a16:creationId xmlns:a16="http://schemas.microsoft.com/office/drawing/2014/main" id="{29E26E9A-C805-DCE0-08BF-2C21126FE1F7}"/>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0" name="Titre 9">
            <a:extLst>
              <a:ext uri="{FF2B5EF4-FFF2-40B4-BE49-F238E27FC236}">
                <a16:creationId xmlns:a16="http://schemas.microsoft.com/office/drawing/2014/main" id="{4B16523A-4AD0-A96D-0800-80397CFCB5F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485647963"/>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TEXT_Right_White">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938C6CF-C92A-455E-BDA8-BA47D4918DE7}"/>
              </a:ext>
            </a:extLst>
          </p:cNvPr>
          <p:cNvSpPr>
            <a:spLocks noGrp="1"/>
          </p:cNvSpPr>
          <p:nvPr>
            <p:ph type="pic" sz="quarter" idx="12"/>
          </p:nvPr>
        </p:nvSpPr>
        <p:spPr>
          <a:xfrm>
            <a:off x="287338"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Espace réservé du pied de page 4">
            <a:extLst>
              <a:ext uri="{FF2B5EF4-FFF2-40B4-BE49-F238E27FC236}">
                <a16:creationId xmlns:a16="http://schemas.microsoft.com/office/drawing/2014/main" id="{3B1F21EB-8662-8C41-3C0A-0F605CB04BF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9937D288-187B-EB20-26BD-8AE9EF0D638D}"/>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Titre 4">
            <a:extLst>
              <a:ext uri="{FF2B5EF4-FFF2-40B4-BE49-F238E27FC236}">
                <a16:creationId xmlns:a16="http://schemas.microsoft.com/office/drawing/2014/main" id="{37F4F235-2A80-ED78-F243-42232E82CAD1}"/>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2045138989"/>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TEXT_Left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70F129C2-FC0F-5D79-D2F5-A76CFCFB2E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334235F4-E084-4D43-897B-04A08BB52639}"/>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Espace réservé pour une image  3">
            <a:extLst>
              <a:ext uri="{FF2B5EF4-FFF2-40B4-BE49-F238E27FC236}">
                <a16:creationId xmlns:a16="http://schemas.microsoft.com/office/drawing/2014/main" id="{C268BE82-0714-E903-B117-67474D65C0CE}"/>
              </a:ext>
            </a:extLst>
          </p:cNvPr>
          <p:cNvSpPr>
            <a:spLocks noGrp="1"/>
          </p:cNvSpPr>
          <p:nvPr>
            <p:ph type="pic" sz="quarter" idx="12"/>
          </p:nvPr>
        </p:nvSpPr>
        <p:spPr>
          <a:xfrm>
            <a:off x="4664467"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Titre 7">
            <a:extLst>
              <a:ext uri="{FF2B5EF4-FFF2-40B4-BE49-F238E27FC236}">
                <a16:creationId xmlns:a16="http://schemas.microsoft.com/office/drawing/2014/main" id="{5A2D9CA7-2B0F-B5F6-B7BE-C1724F788B2B}"/>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694547634"/>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2xLINES_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7926FA-4C37-4337-A48F-C1E3BB67A08D}"/>
              </a:ext>
            </a:extLst>
          </p:cNvPr>
          <p:cNvSpPr/>
          <p:nvPr userDrawn="1"/>
        </p:nvSpPr>
        <p:spPr>
          <a:xfrm>
            <a:off x="140677" y="600222"/>
            <a:ext cx="1350498" cy="248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pied de page 4">
            <a:extLst>
              <a:ext uri="{FF2B5EF4-FFF2-40B4-BE49-F238E27FC236}">
                <a16:creationId xmlns:a16="http://schemas.microsoft.com/office/drawing/2014/main" id="{79525850-0777-A6EE-F419-D78308D9300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grpSp>
        <p:nvGrpSpPr>
          <p:cNvPr id="7" name="Groupe 6">
            <a:extLst>
              <a:ext uri="{FF2B5EF4-FFF2-40B4-BE49-F238E27FC236}">
                <a16:creationId xmlns:a16="http://schemas.microsoft.com/office/drawing/2014/main" id="{10FB16BD-CCF4-00E3-F2A7-7B78A662FE02}"/>
              </a:ext>
            </a:extLst>
          </p:cNvPr>
          <p:cNvGrpSpPr/>
          <p:nvPr userDrawn="1"/>
        </p:nvGrpSpPr>
        <p:grpSpPr>
          <a:xfrm>
            <a:off x="295226" y="994644"/>
            <a:ext cx="995611" cy="72008"/>
            <a:chOff x="479376" y="980728"/>
            <a:chExt cx="995611" cy="72008"/>
          </a:xfrm>
        </p:grpSpPr>
        <p:cxnSp>
          <p:nvCxnSpPr>
            <p:cNvPr id="10" name="Connecteur droit 9">
              <a:extLst>
                <a:ext uri="{FF2B5EF4-FFF2-40B4-BE49-F238E27FC236}">
                  <a16:creationId xmlns:a16="http://schemas.microsoft.com/office/drawing/2014/main" id="{FF90CC24-940F-8FEC-B62A-1412DC62AECB}"/>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4" name="Rectangle 13">
              <a:extLst>
                <a:ext uri="{FF2B5EF4-FFF2-40B4-BE49-F238E27FC236}">
                  <a16:creationId xmlns:a16="http://schemas.microsoft.com/office/drawing/2014/main" id="{CCCE9E75-1629-6CFB-1789-EA3A34AE2059}"/>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6" name="Espace réservé du contenu 4">
            <a:extLst>
              <a:ext uri="{FF2B5EF4-FFF2-40B4-BE49-F238E27FC236}">
                <a16:creationId xmlns:a16="http://schemas.microsoft.com/office/drawing/2014/main" id="{1485FD02-4F12-4428-5289-3BCD4D27A2DE}"/>
              </a:ext>
            </a:extLst>
          </p:cNvPr>
          <p:cNvSpPr>
            <a:spLocks noGrp="1"/>
          </p:cNvSpPr>
          <p:nvPr>
            <p:ph sz="quarter" idx="12" hasCustomPrompt="1"/>
          </p:nvPr>
        </p:nvSpPr>
        <p:spPr>
          <a:xfrm>
            <a:off x="285750" y="1325366"/>
            <a:ext cx="8569325" cy="329902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3" name="Titre 3">
            <a:extLst>
              <a:ext uri="{FF2B5EF4-FFF2-40B4-BE49-F238E27FC236}">
                <a16:creationId xmlns:a16="http://schemas.microsoft.com/office/drawing/2014/main" id="{3FE3074A-1BED-8C72-D518-95AB6740D8E1}"/>
              </a:ext>
            </a:extLst>
          </p:cNvPr>
          <p:cNvSpPr>
            <a:spLocks noGrp="1"/>
          </p:cNvSpPr>
          <p:nvPr>
            <p:ph type="title" hasCustomPrompt="1"/>
          </p:nvPr>
        </p:nvSpPr>
        <p:spPr>
          <a:xfrm>
            <a:off x="295226" y="205996"/>
            <a:ext cx="8559972" cy="739146"/>
          </a:xfrm>
        </p:spPr>
        <p:txBody>
          <a:bodyPr/>
          <a:lstStyle>
            <a:lvl1pPr>
              <a:lnSpc>
                <a:spcPct val="90000"/>
              </a:lnSpc>
              <a:defRPr/>
            </a:lvl1pPr>
          </a:lstStyle>
          <a:p>
            <a:r>
              <a:rPr lang="en-US" dirty="0"/>
              <a:t>Click here </a:t>
            </a:r>
            <a:br>
              <a:rPr lang="en-US" dirty="0"/>
            </a:br>
            <a:r>
              <a:rPr lang="en-US" dirty="0"/>
              <a:t>to add a title </a:t>
            </a:r>
            <a:endParaRPr lang="en-GB" dirty="0"/>
          </a:p>
        </p:txBody>
      </p:sp>
    </p:spTree>
    <p:extLst>
      <p:ext uri="{BB962C8B-B14F-4D97-AF65-F5344CB8AC3E}">
        <p14:creationId xmlns:p14="http://schemas.microsoft.com/office/powerpoint/2010/main" val="1675423157"/>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_TEXT_BLOC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8" name="Rectangle 7">
            <a:extLst>
              <a:ext uri="{FF2B5EF4-FFF2-40B4-BE49-F238E27FC236}">
                <a16:creationId xmlns:a16="http://schemas.microsoft.com/office/drawing/2014/main" id="{A9579404-282D-4B0E-A99F-DB85776D4D8E}"/>
              </a:ext>
            </a:extLst>
          </p:cNvPr>
          <p:cNvSpPr/>
          <p:nvPr userDrawn="1"/>
        </p:nvSpPr>
        <p:spPr>
          <a:xfrm>
            <a:off x="287338" y="4171951"/>
            <a:ext cx="8569324" cy="457200"/>
          </a:xfrm>
          <a:prstGeom prst="rect">
            <a:avLst/>
          </a:prstGeom>
          <a:gradFill flip="none" rotWithShape="1">
            <a:gsLst>
              <a:gs pos="0">
                <a:schemeClr val="accent4"/>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6675F3D-A583-1C52-1FED-53EA7A70037C}"/>
              </a:ext>
            </a:extLst>
          </p:cNvPr>
          <p:cNvSpPr>
            <a:spLocks noGrp="1"/>
          </p:cNvSpPr>
          <p:nvPr>
            <p:ph type="body" sz="quarter" idx="12" hasCustomPrompt="1"/>
          </p:nvPr>
        </p:nvSpPr>
        <p:spPr>
          <a:xfrm>
            <a:off x="287338" y="4396291"/>
            <a:ext cx="8569324" cy="184666"/>
          </a:xfrm>
          <a:prstGeom prst="rect">
            <a:avLst/>
          </a:prstGeom>
        </p:spPr>
        <p:txBody>
          <a:bodyPr lIns="0" tIns="0" rIns="0" bIns="0" anchor="ctr" anchorCtr="0">
            <a:spAutoFit/>
          </a:bodyPr>
          <a:lstStyle>
            <a:lvl1pPr marL="0" indent="0" algn="ctr">
              <a:buNone/>
              <a:defRPr sz="1200">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9" name="Espace réservé du texte 6">
            <a:extLst>
              <a:ext uri="{FF2B5EF4-FFF2-40B4-BE49-F238E27FC236}">
                <a16:creationId xmlns:a16="http://schemas.microsoft.com/office/drawing/2014/main" id="{9358AD63-E459-F89D-5CFD-8811589D16AC}"/>
              </a:ext>
            </a:extLst>
          </p:cNvPr>
          <p:cNvSpPr>
            <a:spLocks noGrp="1"/>
          </p:cNvSpPr>
          <p:nvPr>
            <p:ph type="body" sz="quarter" idx="13" hasCustomPrompt="1"/>
          </p:nvPr>
        </p:nvSpPr>
        <p:spPr>
          <a:xfrm>
            <a:off x="287338" y="4210783"/>
            <a:ext cx="8569324" cy="184666"/>
          </a:xfrm>
          <a:prstGeom prst="rect">
            <a:avLst/>
          </a:prstGeom>
        </p:spPr>
        <p:txBody>
          <a:bodyPr lIns="0" tIns="0" rIns="0" bIns="0" anchor="ctr" anchorCtr="0">
            <a:spAutoFit/>
          </a:bodyPr>
          <a:lstStyle>
            <a:lvl1pPr marL="0" indent="0" algn="ctr">
              <a:buNone/>
              <a:defRPr sz="1200" b="1">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10" name="Espace réservé du contenu 9">
            <a:extLst>
              <a:ext uri="{FF2B5EF4-FFF2-40B4-BE49-F238E27FC236}">
                <a16:creationId xmlns:a16="http://schemas.microsoft.com/office/drawing/2014/main" id="{E985D512-F1DF-82F8-FA06-06866434FD12}"/>
              </a:ext>
            </a:extLst>
          </p:cNvPr>
          <p:cNvSpPr>
            <a:spLocks noGrp="1"/>
          </p:cNvSpPr>
          <p:nvPr>
            <p:ph sz="quarter" idx="14" hasCustomPrompt="1"/>
          </p:nvPr>
        </p:nvSpPr>
        <p:spPr>
          <a:xfrm>
            <a:off x="287338" y="1001713"/>
            <a:ext cx="8569325" cy="3122612"/>
          </a:xfrm>
        </p:spPr>
        <p:txBody>
          <a:bodyPr/>
          <a:lstStyle>
            <a:lvl1pPr>
              <a:defRPr>
                <a:solidFill>
                  <a:schemeClr val="accent2"/>
                </a:solidFill>
              </a:defRPr>
            </a:lvl1pPr>
            <a:lvl2pPr>
              <a:defRPr>
                <a:solidFill>
                  <a:schemeClr val="accent2"/>
                </a:solidFill>
              </a:defRPr>
            </a:lvl2pPr>
            <a:lvl3pPr>
              <a:defRPr>
                <a:solidFill>
                  <a:schemeClr val="accent2"/>
                </a:solidFill>
              </a:defRPr>
            </a:lvl3p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1" name="Titre 10">
            <a:extLst>
              <a:ext uri="{FF2B5EF4-FFF2-40B4-BE49-F238E27FC236}">
                <a16:creationId xmlns:a16="http://schemas.microsoft.com/office/drawing/2014/main" id="{0A79AE0B-A2E8-E52E-80C2-F4AA1277B74F}"/>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665424725"/>
      </p:ext>
    </p:extLst>
  </p:cSld>
  <p:clrMapOvr>
    <a:masterClrMapping/>
  </p:clrMapOvr>
  <p:transition>
    <p:fade/>
  </p:transition>
  <p:extLst mod="1">
    <p:ext uri="{DCECCB84-F9BA-43D5-87BE-67443E8EF086}">
      <p15:sldGuideLst xmlns:p15="http://schemas.microsoft.com/office/powerpoint/2012/main">
        <p15:guide id="1" pos="557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p:nvPr>
        </p:nvSpPr>
        <p:spPr>
          <a:xfrm>
            <a:off x="1" y="0"/>
            <a:ext cx="3651142" cy="5145088"/>
          </a:xfrm>
          <a:prstGeom prst="rect">
            <a:avLst/>
          </a:prstGeom>
        </p:spPr>
        <p:txBody>
          <a:bodyPr/>
          <a:lstStyle>
            <a:lvl1pPr marL="0" indent="0">
              <a:buNone/>
              <a:defRPr>
                <a:solidFill>
                  <a:schemeClr val="bg1"/>
                </a:solidFill>
              </a:defRPr>
            </a:lvl1pPr>
          </a:lstStyle>
          <a:p>
            <a:endParaRPr lang="fr-FR" dirty="0"/>
          </a:p>
        </p:txBody>
      </p:sp>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4104655" y="1767832"/>
            <a:ext cx="3359385" cy="1693359"/>
          </a:xfrm>
          <a:prstGeom prst="rect">
            <a:avLst/>
          </a:prstGeom>
        </p:spPr>
        <p:txBody>
          <a:bodyPr lIns="0" anchor="ctr" anchorCtr="0">
            <a:noAutofit/>
          </a:bodyPr>
          <a:lstStyle>
            <a:lvl1pPr marL="0" indent="0" algn="l">
              <a:lnSpc>
                <a:spcPct val="90000"/>
              </a:lnSpc>
              <a:spcBef>
                <a:spcPts val="0"/>
              </a:spcBef>
              <a:buNone/>
              <a:defRPr sz="2600" b="1">
                <a:solidFill>
                  <a:schemeClr val="accent2"/>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13" name="Espace réservé du texte 3">
            <a:extLst>
              <a:ext uri="{FF2B5EF4-FFF2-40B4-BE49-F238E27FC236}">
                <a16:creationId xmlns:a16="http://schemas.microsoft.com/office/drawing/2014/main" id="{D575B653-E75E-4D6F-B409-9D8F0B51435D}"/>
              </a:ext>
            </a:extLst>
          </p:cNvPr>
          <p:cNvSpPr>
            <a:spLocks noGrp="1"/>
          </p:cNvSpPr>
          <p:nvPr>
            <p:ph type="body" sz="quarter" idx="13" hasCustomPrompt="1"/>
          </p:nvPr>
        </p:nvSpPr>
        <p:spPr>
          <a:xfrm>
            <a:off x="4104655" y="1172722"/>
            <a:ext cx="3359386" cy="511175"/>
          </a:xfrm>
          <a:prstGeom prst="rect">
            <a:avLst/>
          </a:prstGeom>
        </p:spPr>
        <p:txBody>
          <a:bodyPr lIns="0" anchor="b" anchorCtr="0"/>
          <a:lstStyle>
            <a:lvl1pPr marL="0" indent="0" algn="l">
              <a:buNone/>
              <a:defRPr sz="2000" b="0">
                <a:solidFill>
                  <a:schemeClr val="accent5"/>
                </a:solidFill>
              </a:defRPr>
            </a:lvl1pPr>
            <a:lvl2pPr marL="184286" indent="0" algn="ctr">
              <a:buNone/>
              <a:defRPr>
                <a:solidFill>
                  <a:schemeClr val="tx1"/>
                </a:solidFill>
              </a:defRPr>
            </a:lvl2pPr>
            <a:lvl3pPr marL="343152" indent="0" algn="ctr">
              <a:buNone/>
              <a:defRPr>
                <a:solidFill>
                  <a:schemeClr val="tx1"/>
                </a:solidFill>
              </a:defRPr>
            </a:lvl3pPr>
            <a:lvl4pPr marL="1372595" indent="0" algn="ctr">
              <a:buNone/>
              <a:defRPr>
                <a:solidFill>
                  <a:schemeClr val="tx1"/>
                </a:solidFill>
              </a:defRPr>
            </a:lvl4pPr>
            <a:lvl5pPr marL="1830123" indent="0" algn="ctr">
              <a:buNone/>
              <a:defRPr>
                <a:solidFill>
                  <a:schemeClr val="tx1"/>
                </a:solidFill>
              </a:defRPr>
            </a:lvl5pPr>
          </a:lstStyle>
          <a:p>
            <a:pPr lvl="0"/>
            <a:r>
              <a:rPr lang="fr-FR" err="1"/>
              <a:t>Chapter</a:t>
            </a:r>
            <a:r>
              <a:rPr lang="fr-FR"/>
              <a:t> 01</a:t>
            </a:r>
          </a:p>
        </p:txBody>
      </p:sp>
      <p:pic>
        <p:nvPicPr>
          <p:cNvPr id="9" name="Image 8">
            <a:extLst>
              <a:ext uri="{FF2B5EF4-FFF2-40B4-BE49-F238E27FC236}">
                <a16:creationId xmlns:a16="http://schemas.microsoft.com/office/drawing/2014/main" id="{845DF7EE-7BCF-4102-B7A8-B8F30BEEB494}"/>
              </a:ext>
            </a:extLst>
          </p:cNvPr>
          <p:cNvPicPr>
            <a:picLocks noChangeAspect="1"/>
          </p:cNvPicPr>
          <p:nvPr userDrawn="1"/>
        </p:nvPicPr>
        <p:blipFill>
          <a:blip r:embed="rId2"/>
          <a:srcRect/>
          <a:stretch/>
        </p:blipFill>
        <p:spPr>
          <a:xfrm>
            <a:off x="8037563" y="4837246"/>
            <a:ext cx="817635" cy="173146"/>
          </a:xfrm>
          <a:prstGeom prst="rect">
            <a:avLst/>
          </a:prstGeom>
          <a:noFill/>
        </p:spPr>
      </p:pic>
      <p:grpSp>
        <p:nvGrpSpPr>
          <p:cNvPr id="5" name="Groupe 4">
            <a:extLst>
              <a:ext uri="{FF2B5EF4-FFF2-40B4-BE49-F238E27FC236}">
                <a16:creationId xmlns:a16="http://schemas.microsoft.com/office/drawing/2014/main" id="{08466A22-CF4F-2D26-003A-AD69877EB075}"/>
              </a:ext>
            </a:extLst>
          </p:cNvPr>
          <p:cNvGrpSpPr/>
          <p:nvPr userDrawn="1"/>
        </p:nvGrpSpPr>
        <p:grpSpPr>
          <a:xfrm>
            <a:off x="4104655" y="3616857"/>
            <a:ext cx="995611" cy="72008"/>
            <a:chOff x="479376" y="980728"/>
            <a:chExt cx="995611" cy="72008"/>
          </a:xfrm>
        </p:grpSpPr>
        <p:cxnSp>
          <p:nvCxnSpPr>
            <p:cNvPr id="6" name="Connecteur droit 5">
              <a:extLst>
                <a:ext uri="{FF2B5EF4-FFF2-40B4-BE49-F238E27FC236}">
                  <a16:creationId xmlns:a16="http://schemas.microsoft.com/office/drawing/2014/main" id="{F84DD890-7BF1-BC4C-B63D-C9A2995DB557}"/>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2" name="Rectangle 11">
              <a:extLst>
                <a:ext uri="{FF2B5EF4-FFF2-40B4-BE49-F238E27FC236}">
                  <a16:creationId xmlns:a16="http://schemas.microsoft.com/office/drawing/2014/main" id="{86A5EBA6-1497-5490-E595-6F13D7718D25}"/>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262311703"/>
      </p:ext>
    </p:extLst>
  </p:cSld>
  <p:clrMapOvr>
    <a:masterClrMapping/>
  </p:clrMapOvr>
  <p:transition>
    <p:fade/>
  </p:transition>
  <p:extLst>
    <p:ext uri="{DCECCB84-F9BA-43D5-87BE-67443E8EF086}">
      <p15:sldGuideLst xmlns:p15="http://schemas.microsoft.com/office/powerpoint/2012/main">
        <p15:guide id="1" pos="557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contenu 3">
            <a:extLst>
              <a:ext uri="{FF2B5EF4-FFF2-40B4-BE49-F238E27FC236}">
                <a16:creationId xmlns:a16="http://schemas.microsoft.com/office/drawing/2014/main" id="{14E6BA19-6303-EEAE-18EC-0686F94CEE20}"/>
              </a:ext>
            </a:extLst>
          </p:cNvPr>
          <p:cNvSpPr>
            <a:spLocks noGrp="1"/>
          </p:cNvSpPr>
          <p:nvPr>
            <p:ph sz="quarter" idx="11"/>
          </p:nvPr>
        </p:nvSpPr>
        <p:spPr>
          <a:xfrm>
            <a:off x="287338" y="1001713"/>
            <a:ext cx="8569325" cy="3622676"/>
          </a:xfrm>
          <a:prstGeom prst="rect">
            <a:avLst/>
          </a:prstGeom>
        </p:spPr>
        <p:txBody>
          <a:bodyPr/>
          <a:lstStyle>
            <a:lvl1pPr marL="0" indent="0">
              <a:buNone/>
              <a:defRPr>
                <a:solidFill>
                  <a:schemeClr val="bg1"/>
                </a:solidFill>
              </a:defRPr>
            </a:lvl1pPr>
          </a:lstStyle>
          <a:p>
            <a:pPr lvl="0"/>
            <a:endParaRPr lang="fr-FR" dirty="0"/>
          </a:p>
        </p:txBody>
      </p:sp>
      <p:sp>
        <p:nvSpPr>
          <p:cNvPr id="3" name="Titre 2">
            <a:extLst>
              <a:ext uri="{FF2B5EF4-FFF2-40B4-BE49-F238E27FC236}">
                <a16:creationId xmlns:a16="http://schemas.microsoft.com/office/drawing/2014/main" id="{9997890B-37E7-8259-D78C-BF631660D328}"/>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2122940686"/>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_TEXT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texte 5">
            <a:extLst>
              <a:ext uri="{FF2B5EF4-FFF2-40B4-BE49-F238E27FC236}">
                <a16:creationId xmlns:a16="http://schemas.microsoft.com/office/drawing/2014/main" id="{FF4275CF-95CE-BCA6-96E1-1283473E8AE8}"/>
              </a:ext>
            </a:extLst>
          </p:cNvPr>
          <p:cNvSpPr>
            <a:spLocks noGrp="1"/>
          </p:cNvSpPr>
          <p:nvPr>
            <p:ph type="body" sz="quarter" idx="10" hasCustomPrompt="1"/>
          </p:nvPr>
        </p:nvSpPr>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7" name="Titre 6">
            <a:extLst>
              <a:ext uri="{FF2B5EF4-FFF2-40B4-BE49-F238E27FC236}">
                <a16:creationId xmlns:a16="http://schemas.microsoft.com/office/drawing/2014/main" id="{23B65914-3E95-9769-13F1-60E51F6D2279}"/>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68264557"/>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_TEXTx2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69925D1-628C-E93F-77A3-4DE682A3F3D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B36D25C1-890B-ED1E-6440-92771002D29B}"/>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8" name="Espace réservé du texte 4">
            <a:extLst>
              <a:ext uri="{FF2B5EF4-FFF2-40B4-BE49-F238E27FC236}">
                <a16:creationId xmlns:a16="http://schemas.microsoft.com/office/drawing/2014/main" id="{29E26E9A-C805-DCE0-08BF-2C21126FE1F7}"/>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0" name="Titre 9">
            <a:extLst>
              <a:ext uri="{FF2B5EF4-FFF2-40B4-BE49-F238E27FC236}">
                <a16:creationId xmlns:a16="http://schemas.microsoft.com/office/drawing/2014/main" id="{4B16523A-4AD0-A96D-0800-80397CFCB5F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37603717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_TEXT_Right_White">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938C6CF-C92A-455E-BDA8-BA47D4918DE7}"/>
              </a:ext>
            </a:extLst>
          </p:cNvPr>
          <p:cNvSpPr>
            <a:spLocks noGrp="1"/>
          </p:cNvSpPr>
          <p:nvPr>
            <p:ph type="pic" sz="quarter" idx="12"/>
          </p:nvPr>
        </p:nvSpPr>
        <p:spPr>
          <a:xfrm>
            <a:off x="287338"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Espace réservé du pied de page 4">
            <a:extLst>
              <a:ext uri="{FF2B5EF4-FFF2-40B4-BE49-F238E27FC236}">
                <a16:creationId xmlns:a16="http://schemas.microsoft.com/office/drawing/2014/main" id="{3B1F21EB-8662-8C41-3C0A-0F605CB04BF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9937D288-187B-EB20-26BD-8AE9EF0D638D}"/>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Titre 4">
            <a:extLst>
              <a:ext uri="{FF2B5EF4-FFF2-40B4-BE49-F238E27FC236}">
                <a16:creationId xmlns:a16="http://schemas.microsoft.com/office/drawing/2014/main" id="{37F4F235-2A80-ED78-F243-42232E82CAD1}"/>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834722785"/>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_TEXT_Left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70F129C2-FC0F-5D79-D2F5-A76CFCFB2E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334235F4-E084-4D43-897B-04A08BB52639}"/>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Espace réservé pour une image  3">
            <a:extLst>
              <a:ext uri="{FF2B5EF4-FFF2-40B4-BE49-F238E27FC236}">
                <a16:creationId xmlns:a16="http://schemas.microsoft.com/office/drawing/2014/main" id="{C268BE82-0714-E903-B117-67474D65C0CE}"/>
              </a:ext>
            </a:extLst>
          </p:cNvPr>
          <p:cNvSpPr>
            <a:spLocks noGrp="1"/>
          </p:cNvSpPr>
          <p:nvPr>
            <p:ph type="pic" sz="quarter" idx="12"/>
          </p:nvPr>
        </p:nvSpPr>
        <p:spPr>
          <a:xfrm>
            <a:off x="4664467"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Titre 7">
            <a:extLst>
              <a:ext uri="{FF2B5EF4-FFF2-40B4-BE49-F238E27FC236}">
                <a16:creationId xmlns:a16="http://schemas.microsoft.com/office/drawing/2014/main" id="{5A2D9CA7-2B0F-B5F6-B7BE-C1724F788B2B}"/>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259173665"/>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_2xLINES_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7926FA-4C37-4337-A48F-C1E3BB67A08D}"/>
              </a:ext>
            </a:extLst>
          </p:cNvPr>
          <p:cNvSpPr/>
          <p:nvPr userDrawn="1"/>
        </p:nvSpPr>
        <p:spPr>
          <a:xfrm>
            <a:off x="140677" y="600222"/>
            <a:ext cx="1350498" cy="248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pied de page 4">
            <a:extLst>
              <a:ext uri="{FF2B5EF4-FFF2-40B4-BE49-F238E27FC236}">
                <a16:creationId xmlns:a16="http://schemas.microsoft.com/office/drawing/2014/main" id="{79525850-0777-A6EE-F419-D78308D9300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grpSp>
        <p:nvGrpSpPr>
          <p:cNvPr id="7" name="Groupe 6">
            <a:extLst>
              <a:ext uri="{FF2B5EF4-FFF2-40B4-BE49-F238E27FC236}">
                <a16:creationId xmlns:a16="http://schemas.microsoft.com/office/drawing/2014/main" id="{10FB16BD-CCF4-00E3-F2A7-7B78A662FE02}"/>
              </a:ext>
            </a:extLst>
          </p:cNvPr>
          <p:cNvGrpSpPr/>
          <p:nvPr userDrawn="1"/>
        </p:nvGrpSpPr>
        <p:grpSpPr>
          <a:xfrm>
            <a:off x="295226" y="994644"/>
            <a:ext cx="995611" cy="72008"/>
            <a:chOff x="479376" y="980728"/>
            <a:chExt cx="995611" cy="72008"/>
          </a:xfrm>
        </p:grpSpPr>
        <p:cxnSp>
          <p:nvCxnSpPr>
            <p:cNvPr id="10" name="Connecteur droit 9">
              <a:extLst>
                <a:ext uri="{FF2B5EF4-FFF2-40B4-BE49-F238E27FC236}">
                  <a16:creationId xmlns:a16="http://schemas.microsoft.com/office/drawing/2014/main" id="{FF90CC24-940F-8FEC-B62A-1412DC62AECB}"/>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4" name="Rectangle 13">
              <a:extLst>
                <a:ext uri="{FF2B5EF4-FFF2-40B4-BE49-F238E27FC236}">
                  <a16:creationId xmlns:a16="http://schemas.microsoft.com/office/drawing/2014/main" id="{CCCE9E75-1629-6CFB-1789-EA3A34AE2059}"/>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6" name="Espace réservé du contenu 4">
            <a:extLst>
              <a:ext uri="{FF2B5EF4-FFF2-40B4-BE49-F238E27FC236}">
                <a16:creationId xmlns:a16="http://schemas.microsoft.com/office/drawing/2014/main" id="{1485FD02-4F12-4428-5289-3BCD4D27A2DE}"/>
              </a:ext>
            </a:extLst>
          </p:cNvPr>
          <p:cNvSpPr>
            <a:spLocks noGrp="1"/>
          </p:cNvSpPr>
          <p:nvPr>
            <p:ph sz="quarter" idx="12" hasCustomPrompt="1"/>
          </p:nvPr>
        </p:nvSpPr>
        <p:spPr>
          <a:xfrm>
            <a:off x="285750" y="1325366"/>
            <a:ext cx="8569325" cy="329902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3" name="Titre 3">
            <a:extLst>
              <a:ext uri="{FF2B5EF4-FFF2-40B4-BE49-F238E27FC236}">
                <a16:creationId xmlns:a16="http://schemas.microsoft.com/office/drawing/2014/main" id="{1D692AC2-C90D-CB8B-66C4-C0B3041AF0D8}"/>
              </a:ext>
            </a:extLst>
          </p:cNvPr>
          <p:cNvSpPr>
            <a:spLocks noGrp="1"/>
          </p:cNvSpPr>
          <p:nvPr>
            <p:ph type="title" hasCustomPrompt="1"/>
          </p:nvPr>
        </p:nvSpPr>
        <p:spPr>
          <a:xfrm>
            <a:off x="295226" y="205996"/>
            <a:ext cx="8559972" cy="739146"/>
          </a:xfrm>
        </p:spPr>
        <p:txBody>
          <a:bodyPr/>
          <a:lstStyle>
            <a:lvl1pPr>
              <a:lnSpc>
                <a:spcPct val="90000"/>
              </a:lnSpc>
              <a:defRPr/>
            </a:lvl1pPr>
          </a:lstStyle>
          <a:p>
            <a:r>
              <a:rPr lang="en-US" dirty="0"/>
              <a:t>Click here </a:t>
            </a:r>
            <a:br>
              <a:rPr lang="en-US" dirty="0"/>
            </a:br>
            <a:r>
              <a:rPr lang="en-US" dirty="0"/>
              <a:t>to add a title </a:t>
            </a:r>
            <a:endParaRPr lang="en-GB" dirty="0"/>
          </a:p>
        </p:txBody>
      </p:sp>
    </p:spTree>
    <p:extLst>
      <p:ext uri="{BB962C8B-B14F-4D97-AF65-F5344CB8AC3E}">
        <p14:creationId xmlns:p14="http://schemas.microsoft.com/office/powerpoint/2010/main" val="127250833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_TEXT_BLOC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8" name="Rectangle 7">
            <a:extLst>
              <a:ext uri="{FF2B5EF4-FFF2-40B4-BE49-F238E27FC236}">
                <a16:creationId xmlns:a16="http://schemas.microsoft.com/office/drawing/2014/main" id="{A9579404-282D-4B0E-A99F-DB85776D4D8E}"/>
              </a:ext>
            </a:extLst>
          </p:cNvPr>
          <p:cNvSpPr/>
          <p:nvPr userDrawn="1"/>
        </p:nvSpPr>
        <p:spPr>
          <a:xfrm>
            <a:off x="287338" y="4171951"/>
            <a:ext cx="8569324" cy="457200"/>
          </a:xfrm>
          <a:prstGeom prst="rect">
            <a:avLst/>
          </a:prstGeom>
          <a:gradFill flip="none" rotWithShape="1">
            <a:gsLst>
              <a:gs pos="0">
                <a:schemeClr val="accent4"/>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6675F3D-A583-1C52-1FED-53EA7A70037C}"/>
              </a:ext>
            </a:extLst>
          </p:cNvPr>
          <p:cNvSpPr>
            <a:spLocks noGrp="1"/>
          </p:cNvSpPr>
          <p:nvPr>
            <p:ph type="body" sz="quarter" idx="12" hasCustomPrompt="1"/>
          </p:nvPr>
        </p:nvSpPr>
        <p:spPr>
          <a:xfrm>
            <a:off x="287338" y="4396291"/>
            <a:ext cx="8569324" cy="184666"/>
          </a:xfrm>
          <a:prstGeom prst="rect">
            <a:avLst/>
          </a:prstGeom>
        </p:spPr>
        <p:txBody>
          <a:bodyPr lIns="0" tIns="0" rIns="0" bIns="0" anchor="ctr" anchorCtr="0">
            <a:spAutoFit/>
          </a:bodyPr>
          <a:lstStyle>
            <a:lvl1pPr marL="0" indent="0" algn="ctr">
              <a:buNone/>
              <a:defRPr sz="1200">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9" name="Espace réservé du texte 6">
            <a:extLst>
              <a:ext uri="{FF2B5EF4-FFF2-40B4-BE49-F238E27FC236}">
                <a16:creationId xmlns:a16="http://schemas.microsoft.com/office/drawing/2014/main" id="{9358AD63-E459-F89D-5CFD-8811589D16AC}"/>
              </a:ext>
            </a:extLst>
          </p:cNvPr>
          <p:cNvSpPr>
            <a:spLocks noGrp="1"/>
          </p:cNvSpPr>
          <p:nvPr>
            <p:ph type="body" sz="quarter" idx="13" hasCustomPrompt="1"/>
          </p:nvPr>
        </p:nvSpPr>
        <p:spPr>
          <a:xfrm>
            <a:off x="287338" y="4210783"/>
            <a:ext cx="8569324" cy="184666"/>
          </a:xfrm>
          <a:prstGeom prst="rect">
            <a:avLst/>
          </a:prstGeom>
        </p:spPr>
        <p:txBody>
          <a:bodyPr lIns="0" tIns="0" rIns="0" bIns="0" anchor="ctr" anchorCtr="0">
            <a:spAutoFit/>
          </a:bodyPr>
          <a:lstStyle>
            <a:lvl1pPr marL="0" indent="0" algn="ctr">
              <a:buNone/>
              <a:defRPr sz="1200" b="1">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10" name="Espace réservé du contenu 9">
            <a:extLst>
              <a:ext uri="{FF2B5EF4-FFF2-40B4-BE49-F238E27FC236}">
                <a16:creationId xmlns:a16="http://schemas.microsoft.com/office/drawing/2014/main" id="{E985D512-F1DF-82F8-FA06-06866434FD12}"/>
              </a:ext>
            </a:extLst>
          </p:cNvPr>
          <p:cNvSpPr>
            <a:spLocks noGrp="1"/>
          </p:cNvSpPr>
          <p:nvPr>
            <p:ph sz="quarter" idx="14" hasCustomPrompt="1"/>
          </p:nvPr>
        </p:nvSpPr>
        <p:spPr>
          <a:xfrm>
            <a:off x="287338" y="1001713"/>
            <a:ext cx="8569325" cy="3122612"/>
          </a:xfrm>
        </p:spPr>
        <p:txBody>
          <a:bodyPr/>
          <a:lstStyle>
            <a:lvl1pPr>
              <a:defRPr>
                <a:solidFill>
                  <a:schemeClr val="accent2"/>
                </a:solidFill>
              </a:defRPr>
            </a:lvl1pPr>
            <a:lvl2pPr>
              <a:defRPr>
                <a:solidFill>
                  <a:schemeClr val="accent2"/>
                </a:solidFill>
              </a:defRPr>
            </a:lvl2pPr>
            <a:lvl3pPr>
              <a:defRPr>
                <a:solidFill>
                  <a:schemeClr val="accent2"/>
                </a:solidFill>
              </a:defRPr>
            </a:lvl3p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1" name="Titre 10">
            <a:extLst>
              <a:ext uri="{FF2B5EF4-FFF2-40B4-BE49-F238E27FC236}">
                <a16:creationId xmlns:a16="http://schemas.microsoft.com/office/drawing/2014/main" id="{0A79AE0B-A2E8-E52E-80C2-F4AA1277B74F}"/>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691104356"/>
      </p:ext>
    </p:extLst>
  </p:cSld>
  <p:clrMapOvr>
    <a:masterClrMapping/>
  </p:clrMapOvr>
  <p:transition>
    <p:fade/>
  </p:transition>
  <p:extLst mod="1">
    <p:ext uri="{DCECCB84-F9BA-43D5-87BE-67443E8EF086}">
      <p15:sldGuideLst xmlns:p15="http://schemas.microsoft.com/office/powerpoint/2012/main">
        <p15:guide id="1" pos="557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image" Target="../media/image1.png"/><Relationship Id="rId4" Type="http://schemas.openxmlformats.org/officeDocument/2006/relationships/slideLayout" Target="../slideLayouts/slideLayout1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10" Type="http://schemas.openxmlformats.org/officeDocument/2006/relationships/image" Target="../media/image1.png"/><Relationship Id="rId4" Type="http://schemas.openxmlformats.org/officeDocument/2006/relationships/slideLayout" Target="../slideLayouts/slideLayout25.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10" Type="http://schemas.openxmlformats.org/officeDocument/2006/relationships/image" Target="../media/image1.png"/><Relationship Id="rId4" Type="http://schemas.openxmlformats.org/officeDocument/2006/relationships/slideLayout" Target="../slideLayouts/slideLayout33.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47F4591A-171D-4B6F-91D4-CD89F6E4B046}"/>
              </a:ext>
            </a:extLst>
          </p:cNvPr>
          <p:cNvPicPr>
            <a:picLocks noChangeAspect="1"/>
          </p:cNvPicPr>
          <p:nvPr userDrawn="1"/>
        </p:nvPicPr>
        <p:blipFill>
          <a:blip r:embed="rId15"/>
          <a:srcRect/>
          <a:stretch/>
        </p:blipFill>
        <p:spPr>
          <a:xfrm>
            <a:off x="8037563" y="4837246"/>
            <a:ext cx="817635" cy="173146"/>
          </a:xfrm>
          <a:prstGeom prst="rect">
            <a:avLst/>
          </a:prstGeom>
          <a:noFill/>
        </p:spPr>
      </p:pic>
      <p:cxnSp>
        <p:nvCxnSpPr>
          <p:cNvPr id="17" name="Connecteur droit 16">
            <a:extLst>
              <a:ext uri="{FF2B5EF4-FFF2-40B4-BE49-F238E27FC236}">
                <a16:creationId xmlns:a16="http://schemas.microsoft.com/office/drawing/2014/main" id="{8B519F6C-EBB1-41F2-9E05-DEE79643C5DB}"/>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7532A455-C781-4527-AD8C-3511FB0D154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2">
                    <a:lumMod val="60000"/>
                    <a:lumOff val="40000"/>
                  </a:schemeClr>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2">
                  <a:lumMod val="60000"/>
                  <a:lumOff val="40000"/>
                </a:schemeClr>
              </a:solidFill>
              <a:latin typeface="+mn-lt"/>
            </a:endParaRPr>
          </a:p>
        </p:txBody>
      </p:sp>
      <p:sp>
        <p:nvSpPr>
          <p:cNvPr id="20" name="Espace réservé du numéro de diapositive 13">
            <a:extLst>
              <a:ext uri="{FF2B5EF4-FFF2-40B4-BE49-F238E27FC236}">
                <a16:creationId xmlns:a16="http://schemas.microsoft.com/office/drawing/2014/main" id="{CD93E076-75DB-4427-A260-9445BE8C8B75}"/>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2">
                    <a:lumMod val="60000"/>
                    <a:lumOff val="40000"/>
                  </a:schemeClr>
                </a:solidFill>
              </a:rPr>
              <a:pPr/>
              <a:t>‹N°›</a:t>
            </a:fld>
            <a:endParaRPr lang="fr-FR" sz="800" dirty="0">
              <a:solidFill>
                <a:schemeClr val="bg2">
                  <a:lumMod val="60000"/>
                  <a:lumOff val="40000"/>
                </a:schemeClr>
              </a:solidFill>
            </a:endParaRPr>
          </a:p>
        </p:txBody>
      </p:sp>
      <p:sp>
        <p:nvSpPr>
          <p:cNvPr id="3" name="Espace réservé du titre 2">
            <a:extLst>
              <a:ext uri="{FF2B5EF4-FFF2-40B4-BE49-F238E27FC236}">
                <a16:creationId xmlns:a16="http://schemas.microsoft.com/office/drawing/2014/main" id="{B9383F94-4300-4F00-9605-92CC0B158E2C}"/>
              </a:ext>
            </a:extLst>
          </p:cNvPr>
          <p:cNvSpPr>
            <a:spLocks noGrp="1"/>
          </p:cNvSpPr>
          <p:nvPr>
            <p:ph type="title"/>
          </p:nvPr>
        </p:nvSpPr>
        <p:spPr>
          <a:xfrm>
            <a:off x="295226" y="192338"/>
            <a:ext cx="8559972" cy="427037"/>
          </a:xfrm>
          <a:prstGeom prst="rect">
            <a:avLst/>
          </a:prstGeom>
        </p:spPr>
        <p:txBody>
          <a:bodyPr vert="horz" lIns="0" tIns="45720" rIns="0" bIns="45720" rtlCol="0" anchor="ctr">
            <a:normAutofit/>
          </a:bodyPr>
          <a:lstStyle/>
          <a:p>
            <a:r>
              <a:rPr lang="en-US" dirty="0"/>
              <a:t>Click here to add a title </a:t>
            </a:r>
            <a:endParaRPr lang="fr-FR" dirty="0"/>
          </a:p>
        </p:txBody>
      </p:sp>
      <p:grpSp>
        <p:nvGrpSpPr>
          <p:cNvPr id="15" name="Groupe 14">
            <a:extLst>
              <a:ext uri="{FF2B5EF4-FFF2-40B4-BE49-F238E27FC236}">
                <a16:creationId xmlns:a16="http://schemas.microsoft.com/office/drawing/2014/main" id="{494B105B-2A3D-43D1-8E22-F916C197C990}"/>
              </a:ext>
            </a:extLst>
          </p:cNvPr>
          <p:cNvGrpSpPr/>
          <p:nvPr userDrawn="1"/>
        </p:nvGrpSpPr>
        <p:grpSpPr>
          <a:xfrm>
            <a:off x="295226" y="664592"/>
            <a:ext cx="995611" cy="72008"/>
            <a:chOff x="479376" y="980728"/>
            <a:chExt cx="995611" cy="72008"/>
          </a:xfrm>
        </p:grpSpPr>
        <p:cxnSp>
          <p:nvCxnSpPr>
            <p:cNvPr id="21" name="Connecteur droit 20">
              <a:extLst>
                <a:ext uri="{FF2B5EF4-FFF2-40B4-BE49-F238E27FC236}">
                  <a16:creationId xmlns:a16="http://schemas.microsoft.com/office/drawing/2014/main" id="{7B4C35C0-4DF7-499F-A0E9-DE22F8DE2F62}"/>
                </a:ext>
              </a:extLst>
            </p:cNvPr>
            <p:cNvCxnSpPr>
              <a:cxnSpLocks/>
            </p:cNvCxnSpPr>
            <p:nvPr userDrawn="1"/>
          </p:nvCxnSpPr>
          <p:spPr>
            <a:xfrm>
              <a:off x="479376" y="1047118"/>
              <a:ext cx="995611" cy="0"/>
            </a:xfrm>
            <a:prstGeom prst="line">
              <a:avLst/>
            </a:prstGeom>
            <a:noFill/>
            <a:ln w="12700" cap="flat" cmpd="sng" algn="ctr">
              <a:solidFill>
                <a:schemeClr val="accent2"/>
              </a:solidFill>
              <a:prstDash val="solid"/>
              <a:miter lim="800000"/>
            </a:ln>
            <a:effectLst/>
          </p:spPr>
        </p:cxnSp>
        <p:sp>
          <p:nvSpPr>
            <p:cNvPr id="22" name="Rectangle 21">
              <a:extLst>
                <a:ext uri="{FF2B5EF4-FFF2-40B4-BE49-F238E27FC236}">
                  <a16:creationId xmlns:a16="http://schemas.microsoft.com/office/drawing/2014/main" id="{CA032F39-BF54-4A07-A2E9-9CECCF93C9A6}"/>
                </a:ext>
              </a:extLst>
            </p:cNvPr>
            <p:cNvSpPr/>
            <p:nvPr userDrawn="1"/>
          </p:nvSpPr>
          <p:spPr>
            <a:xfrm>
              <a:off x="479376" y="980728"/>
              <a:ext cx="504056" cy="72008"/>
            </a:xfrm>
            <a:prstGeom prst="rect">
              <a:avLst/>
            </a:prstGeom>
            <a:gradFill>
              <a:gsLst>
                <a:gs pos="0">
                  <a:schemeClr val="accent1"/>
                </a:gs>
                <a:gs pos="100000">
                  <a:schemeClr val="accent2"/>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5" name="Espace réservé du pied de page 4">
            <a:extLst>
              <a:ext uri="{FF2B5EF4-FFF2-40B4-BE49-F238E27FC236}">
                <a16:creationId xmlns:a16="http://schemas.microsoft.com/office/drawing/2014/main" id="{733C5864-A815-9137-28E9-1104EAB284FF}"/>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7" name="Espace réservé du texte 6">
            <a:extLst>
              <a:ext uri="{FF2B5EF4-FFF2-40B4-BE49-F238E27FC236}">
                <a16:creationId xmlns:a16="http://schemas.microsoft.com/office/drawing/2014/main" id="{B7E8C8B3-8552-D897-BC35-19AAA48A5071}"/>
              </a:ext>
            </a:extLst>
          </p:cNvPr>
          <p:cNvSpPr>
            <a:spLocks noGrp="1"/>
          </p:cNvSpPr>
          <p:nvPr>
            <p:ph type="body" idx="1"/>
          </p:nvPr>
        </p:nvSpPr>
        <p:spPr>
          <a:xfrm>
            <a:off x="287339" y="1001714"/>
            <a:ext cx="8569324" cy="3622673"/>
          </a:xfrm>
          <a:prstGeom prst="rect">
            <a:avLst/>
          </a:prstGeom>
        </p:spPr>
        <p:txBody>
          <a:bodyPr vert="horz" lIns="91440" tIns="45720" rIns="91440" bIns="45720" rtlCol="0">
            <a:normAutofit/>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2" name="MSIPCMContentMarking" descr="{&quot;HashCode&quot;:-1484644562,&quot;Placement&quot;:&quot;Header&quot;,&quot;Top&quot;:0.0,&quot;Left&quot;:315.021423,&quot;SlideWidth&quot;:720,&quot;SlideHeight&quot;:405}"/>
          <p:cNvSpPr txBox="1"/>
          <p:nvPr userDrawn="1"/>
        </p:nvSpPr>
        <p:spPr>
          <a:xfrm>
            <a:off x="4000772" y="0"/>
            <a:ext cx="1142456"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smtClean="0">
                <a:solidFill>
                  <a:srgbClr val="FF8C00"/>
                </a:solidFill>
                <a:latin typeface="Calibri" panose="020F0502020204030204" pitchFamily="34" charset="0"/>
              </a:rPr>
              <a:t>C2 - Confidential</a:t>
            </a:r>
            <a:endParaRPr lang="fr-FR" sz="1000">
              <a:solidFill>
                <a:srgbClr val="FF8C00"/>
              </a:solidFill>
              <a:latin typeface="Calibri" panose="020F0502020204030204" pitchFamily="34" charset="0"/>
            </a:endParaRPr>
          </a:p>
        </p:txBody>
      </p:sp>
    </p:spTree>
    <p:extLst>
      <p:ext uri="{BB962C8B-B14F-4D97-AF65-F5344CB8AC3E}">
        <p14:creationId xmlns:p14="http://schemas.microsoft.com/office/powerpoint/2010/main" val="1261878274"/>
      </p:ext>
    </p:extLst>
  </p:cSld>
  <p:clrMap bg1="lt1" tx1="dk1" bg2="lt2" tx2="dk2" accent1="accent1" accent2="accent2" accent3="accent3" accent4="accent4" accent5="accent5" accent6="accent6" hlink="hlink" folHlink="folHlink"/>
  <p:sldLayoutIdLst>
    <p:sldLayoutId id="2147483868" r:id="rId1"/>
    <p:sldLayoutId id="2147483882" r:id="rId2"/>
    <p:sldLayoutId id="2147483858" r:id="rId3"/>
    <p:sldLayoutId id="2147483916" r:id="rId4"/>
    <p:sldLayoutId id="2147483861" r:id="rId5"/>
    <p:sldLayoutId id="2147483835" r:id="rId6"/>
    <p:sldLayoutId id="2147483870" r:id="rId7"/>
    <p:sldLayoutId id="2147483877" r:id="rId8"/>
    <p:sldLayoutId id="2147483878" r:id="rId9"/>
    <p:sldLayoutId id="2147483879" r:id="rId10"/>
    <p:sldLayoutId id="2147483851" r:id="rId11"/>
    <p:sldLayoutId id="2147483922" r:id="rId12"/>
    <p:sldLayoutId id="2147483928" r:id="rId13"/>
  </p:sldLayoutIdLst>
  <p:transition>
    <p:fade/>
  </p:transition>
  <p:hf sldNum="0" hdr="0" dt="0"/>
  <p:txStyles>
    <p:titleStyle>
      <a:lvl1pPr algn="l" defTabSz="915067" rtl="0" eaLnBrk="1" latinLnBrk="0" hangingPunct="1">
        <a:spcBef>
          <a:spcPct val="0"/>
        </a:spcBef>
        <a:buNone/>
        <a:defRPr sz="2200" b="0" i="0" kern="1200" cap="none" baseline="0">
          <a:solidFill>
            <a:schemeClr val="accent2"/>
          </a:solidFill>
          <a:latin typeface="+mj-lt"/>
          <a:ea typeface="+mj-ea"/>
          <a:cs typeface="Arial" pitchFamily="34" charset="0"/>
        </a:defRPr>
      </a:lvl1pPr>
    </p:titleStyle>
    <p:bodyStyle>
      <a:lvl1pPr marL="182698" indent="-182698" algn="l" defTabSz="915067" rtl="0" eaLnBrk="1" latinLnBrk="0" hangingPunct="1">
        <a:lnSpc>
          <a:spcPct val="90000"/>
        </a:lnSpc>
        <a:spcBef>
          <a:spcPts val="800"/>
        </a:spcBef>
        <a:buClr>
          <a:schemeClr val="accent1"/>
        </a:buClr>
        <a:buFont typeface="Wingdings" pitchFamily="2" charset="2"/>
        <a:buChar char="§"/>
        <a:defRPr sz="1600" b="1" i="0" kern="1200" baseline="0">
          <a:solidFill>
            <a:schemeClr val="accent1"/>
          </a:solidFill>
          <a:latin typeface="+mn-lt"/>
          <a:ea typeface="+mn-ea"/>
          <a:cs typeface="Arial" pitchFamily="34" charset="0"/>
        </a:defRPr>
      </a:lvl1pPr>
      <a:lvl2pPr marL="347914" indent="-163628" algn="l" defTabSz="915067" rtl="0" eaLnBrk="1" latinLnBrk="0" hangingPunct="1">
        <a:lnSpc>
          <a:spcPct val="90000"/>
        </a:lnSpc>
        <a:spcBef>
          <a:spcPts val="400"/>
        </a:spcBef>
        <a:buClr>
          <a:schemeClr val="accent1"/>
        </a:buClr>
        <a:buFont typeface="Wingdings" pitchFamily="2" charset="2"/>
        <a:buChar char="§"/>
        <a:defRPr sz="1400" i="0" kern="1200" baseline="0">
          <a:solidFill>
            <a:schemeClr val="tx2"/>
          </a:solidFill>
          <a:latin typeface="+mn-lt"/>
          <a:ea typeface="+mn-ea"/>
          <a:cs typeface="Arial" pitchFamily="34" charset="0"/>
        </a:defRPr>
      </a:lvl2pPr>
      <a:lvl3pPr marL="509954" indent="-166802" algn="l" defTabSz="915067" rtl="0" eaLnBrk="1" latinLnBrk="0" hangingPunct="1">
        <a:lnSpc>
          <a:spcPct val="90000"/>
        </a:lnSpc>
        <a:spcBef>
          <a:spcPts val="400"/>
        </a:spcBef>
        <a:buClr>
          <a:schemeClr val="accent1"/>
        </a:buClr>
        <a:buFont typeface="Wingdings" pitchFamily="2" charset="2"/>
        <a:buChar char="§"/>
        <a:defRPr sz="1200" i="0" kern="1200" baseline="0">
          <a:solidFill>
            <a:schemeClr val="tx2"/>
          </a:solidFill>
          <a:latin typeface="+mn-lt"/>
          <a:ea typeface="+mn-ea"/>
          <a:cs typeface="Arial" pitchFamily="34" charset="0"/>
        </a:defRPr>
      </a:lvl3pPr>
      <a:lvl4pPr marL="1601359"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4pPr>
      <a:lvl5pPr marL="2058887"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5pPr>
      <a:lvl6pPr marL="2516420"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3945"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1483"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9011"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5067" rtl="0" eaLnBrk="1" latinLnBrk="0" hangingPunct="1">
        <a:defRPr sz="1799" kern="1200">
          <a:solidFill>
            <a:schemeClr val="tx1"/>
          </a:solidFill>
          <a:latin typeface="+mn-lt"/>
          <a:ea typeface="+mn-ea"/>
          <a:cs typeface="+mn-cs"/>
        </a:defRPr>
      </a:lvl1pPr>
      <a:lvl2pPr marL="457529" algn="l" defTabSz="915067" rtl="0" eaLnBrk="1" latinLnBrk="0" hangingPunct="1">
        <a:defRPr sz="1799" kern="1200">
          <a:solidFill>
            <a:schemeClr val="tx1"/>
          </a:solidFill>
          <a:latin typeface="+mn-lt"/>
          <a:ea typeface="+mn-ea"/>
          <a:cs typeface="+mn-cs"/>
        </a:defRPr>
      </a:lvl2pPr>
      <a:lvl3pPr marL="915067" algn="l" defTabSz="915067" rtl="0" eaLnBrk="1" latinLnBrk="0" hangingPunct="1">
        <a:defRPr sz="1799" kern="1200">
          <a:solidFill>
            <a:schemeClr val="tx1"/>
          </a:solidFill>
          <a:latin typeface="+mn-lt"/>
          <a:ea typeface="+mn-ea"/>
          <a:cs typeface="+mn-cs"/>
        </a:defRPr>
      </a:lvl3pPr>
      <a:lvl4pPr marL="1372592" algn="l" defTabSz="915067" rtl="0" eaLnBrk="1" latinLnBrk="0" hangingPunct="1">
        <a:defRPr sz="1799" kern="1200">
          <a:solidFill>
            <a:schemeClr val="tx1"/>
          </a:solidFill>
          <a:latin typeface="+mn-lt"/>
          <a:ea typeface="+mn-ea"/>
          <a:cs typeface="+mn-cs"/>
        </a:defRPr>
      </a:lvl4pPr>
      <a:lvl5pPr marL="1830123" algn="l" defTabSz="915067" rtl="0" eaLnBrk="1" latinLnBrk="0" hangingPunct="1">
        <a:defRPr sz="1799" kern="1200">
          <a:solidFill>
            <a:schemeClr val="tx1"/>
          </a:solidFill>
          <a:latin typeface="+mn-lt"/>
          <a:ea typeface="+mn-ea"/>
          <a:cs typeface="+mn-cs"/>
        </a:defRPr>
      </a:lvl5pPr>
      <a:lvl6pPr marL="2287652" algn="l" defTabSz="915067" rtl="0" eaLnBrk="1" latinLnBrk="0" hangingPunct="1">
        <a:defRPr sz="1799" kern="1200">
          <a:solidFill>
            <a:schemeClr val="tx1"/>
          </a:solidFill>
          <a:latin typeface="+mn-lt"/>
          <a:ea typeface="+mn-ea"/>
          <a:cs typeface="+mn-cs"/>
        </a:defRPr>
      </a:lvl6pPr>
      <a:lvl7pPr marL="2745182" algn="l" defTabSz="915067" rtl="0" eaLnBrk="1" latinLnBrk="0" hangingPunct="1">
        <a:defRPr sz="1799" kern="1200">
          <a:solidFill>
            <a:schemeClr val="tx1"/>
          </a:solidFill>
          <a:latin typeface="+mn-lt"/>
          <a:ea typeface="+mn-ea"/>
          <a:cs typeface="+mn-cs"/>
        </a:defRPr>
      </a:lvl7pPr>
      <a:lvl8pPr marL="3202716" algn="l" defTabSz="915067" rtl="0" eaLnBrk="1" latinLnBrk="0" hangingPunct="1">
        <a:defRPr sz="1799" kern="1200">
          <a:solidFill>
            <a:schemeClr val="tx1"/>
          </a:solidFill>
          <a:latin typeface="+mn-lt"/>
          <a:ea typeface="+mn-ea"/>
          <a:cs typeface="+mn-cs"/>
        </a:defRPr>
      </a:lvl8pPr>
      <a:lvl9pPr marL="3660246" algn="l" defTabSz="915067"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981" userDrawn="1">
          <p15:clr>
            <a:srgbClr val="F26B43"/>
          </p15:clr>
        </p15:guide>
        <p15:guide id="2" pos="5579" userDrawn="1">
          <p15:clr>
            <a:srgbClr val="F26B43"/>
          </p15:clr>
        </p15:guide>
        <p15:guide id="3" pos="181">
          <p15:clr>
            <a:srgbClr val="F26B43"/>
          </p15:clr>
        </p15:guide>
        <p15:guide id="4" orient="horz" pos="195">
          <p15:clr>
            <a:srgbClr val="F26B43"/>
          </p15:clr>
        </p15:guide>
        <p15:guide id="5" orient="horz" pos="3852">
          <p15:clr>
            <a:srgbClr val="F26B43"/>
          </p15:clr>
        </p15:guide>
        <p15:guide id="6" orient="horz" pos="285">
          <p15:clr>
            <a:srgbClr val="F26B43"/>
          </p15:clr>
        </p15:guide>
        <p15:guide id="8" pos="7491">
          <p15:clr>
            <a:srgbClr val="F26B43"/>
          </p15:clr>
        </p15:guide>
        <p15:guide id="9" pos="7391">
          <p15:clr>
            <a:srgbClr val="F26B43"/>
          </p15:clr>
        </p15:guide>
        <p15:guide id="10" orient="horz" pos="464" userDrawn="1">
          <p15:clr>
            <a:srgbClr val="F26B43"/>
          </p15:clr>
        </p15:guide>
        <p15:guide id="11" orient="horz" pos="2913" userDrawn="1">
          <p15:clr>
            <a:srgbClr val="F26B43"/>
          </p15:clr>
        </p15:guide>
        <p15:guide id="12" pos="2880" userDrawn="1">
          <p15:clr>
            <a:srgbClr val="F26B43"/>
          </p15:clr>
        </p15:guide>
        <p15:guide id="13" orient="horz" pos="63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47F4591A-171D-4B6F-91D4-CD89F6E4B046}"/>
              </a:ext>
            </a:extLst>
          </p:cNvPr>
          <p:cNvPicPr>
            <a:picLocks noChangeAspect="1"/>
          </p:cNvPicPr>
          <p:nvPr userDrawn="1"/>
        </p:nvPicPr>
        <p:blipFill>
          <a:blip r:embed="rId10"/>
          <a:srcRect/>
          <a:stretch/>
        </p:blipFill>
        <p:spPr>
          <a:xfrm>
            <a:off x="8037563" y="4837246"/>
            <a:ext cx="817635" cy="173146"/>
          </a:xfrm>
          <a:prstGeom prst="rect">
            <a:avLst/>
          </a:prstGeom>
          <a:noFill/>
        </p:spPr>
      </p:pic>
      <p:cxnSp>
        <p:nvCxnSpPr>
          <p:cNvPr id="17" name="Connecteur droit 16">
            <a:extLst>
              <a:ext uri="{FF2B5EF4-FFF2-40B4-BE49-F238E27FC236}">
                <a16:creationId xmlns:a16="http://schemas.microsoft.com/office/drawing/2014/main" id="{8B519F6C-EBB1-41F2-9E05-DEE79643C5DB}"/>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7532A455-C781-4527-AD8C-3511FB0D154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2">
                    <a:lumMod val="60000"/>
                    <a:lumOff val="40000"/>
                  </a:schemeClr>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2">
                  <a:lumMod val="60000"/>
                  <a:lumOff val="40000"/>
                </a:schemeClr>
              </a:solidFill>
              <a:latin typeface="+mn-lt"/>
            </a:endParaRPr>
          </a:p>
        </p:txBody>
      </p:sp>
      <p:sp>
        <p:nvSpPr>
          <p:cNvPr id="20" name="Espace réservé du numéro de diapositive 13">
            <a:extLst>
              <a:ext uri="{FF2B5EF4-FFF2-40B4-BE49-F238E27FC236}">
                <a16:creationId xmlns:a16="http://schemas.microsoft.com/office/drawing/2014/main" id="{CD93E076-75DB-4427-A260-9445BE8C8B75}"/>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2">
                    <a:lumMod val="60000"/>
                    <a:lumOff val="40000"/>
                  </a:schemeClr>
                </a:solidFill>
              </a:rPr>
              <a:pPr/>
              <a:t>‹N°›</a:t>
            </a:fld>
            <a:endParaRPr lang="fr-FR" sz="800" dirty="0">
              <a:solidFill>
                <a:schemeClr val="bg2">
                  <a:lumMod val="60000"/>
                  <a:lumOff val="40000"/>
                </a:schemeClr>
              </a:solidFill>
            </a:endParaRPr>
          </a:p>
        </p:txBody>
      </p:sp>
      <p:sp>
        <p:nvSpPr>
          <p:cNvPr id="3" name="Espace réservé du titre 2">
            <a:extLst>
              <a:ext uri="{FF2B5EF4-FFF2-40B4-BE49-F238E27FC236}">
                <a16:creationId xmlns:a16="http://schemas.microsoft.com/office/drawing/2014/main" id="{B9383F94-4300-4F00-9605-92CC0B158E2C}"/>
              </a:ext>
            </a:extLst>
          </p:cNvPr>
          <p:cNvSpPr>
            <a:spLocks noGrp="1"/>
          </p:cNvSpPr>
          <p:nvPr>
            <p:ph type="title"/>
          </p:nvPr>
        </p:nvSpPr>
        <p:spPr>
          <a:xfrm>
            <a:off x="295226" y="192338"/>
            <a:ext cx="8559972" cy="427037"/>
          </a:xfrm>
          <a:prstGeom prst="rect">
            <a:avLst/>
          </a:prstGeom>
        </p:spPr>
        <p:txBody>
          <a:bodyPr vert="horz" lIns="0" tIns="45720" rIns="0" bIns="45720" rtlCol="0" anchor="ctr">
            <a:normAutofit/>
          </a:bodyPr>
          <a:lstStyle/>
          <a:p>
            <a:r>
              <a:rPr lang="en-US" dirty="0"/>
              <a:t>Click here to add a title </a:t>
            </a:r>
            <a:endParaRPr lang="fr-FR" dirty="0"/>
          </a:p>
        </p:txBody>
      </p:sp>
      <p:sp>
        <p:nvSpPr>
          <p:cNvPr id="5" name="Espace réservé du pied de page 4">
            <a:extLst>
              <a:ext uri="{FF2B5EF4-FFF2-40B4-BE49-F238E27FC236}">
                <a16:creationId xmlns:a16="http://schemas.microsoft.com/office/drawing/2014/main" id="{733C5864-A815-9137-28E9-1104EAB284FF}"/>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7" name="Espace réservé du texte 6">
            <a:extLst>
              <a:ext uri="{FF2B5EF4-FFF2-40B4-BE49-F238E27FC236}">
                <a16:creationId xmlns:a16="http://schemas.microsoft.com/office/drawing/2014/main" id="{B7E8C8B3-8552-D897-BC35-19AAA48A5071}"/>
              </a:ext>
            </a:extLst>
          </p:cNvPr>
          <p:cNvSpPr>
            <a:spLocks noGrp="1"/>
          </p:cNvSpPr>
          <p:nvPr>
            <p:ph type="body" idx="1"/>
          </p:nvPr>
        </p:nvSpPr>
        <p:spPr>
          <a:xfrm>
            <a:off x="287339" y="1001714"/>
            <a:ext cx="8569324" cy="3622673"/>
          </a:xfrm>
          <a:prstGeom prst="rect">
            <a:avLst/>
          </a:prstGeom>
        </p:spPr>
        <p:txBody>
          <a:bodyPr vert="horz" lIns="91440" tIns="45720" rIns="91440" bIns="45720" rtlCol="0">
            <a:normAutofit/>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grpSp>
        <p:nvGrpSpPr>
          <p:cNvPr id="8" name="Groupe 7">
            <a:extLst>
              <a:ext uri="{FF2B5EF4-FFF2-40B4-BE49-F238E27FC236}">
                <a16:creationId xmlns:a16="http://schemas.microsoft.com/office/drawing/2014/main" id="{3A89395C-0062-6FD8-6C76-76B7AFE266D1}"/>
              </a:ext>
            </a:extLst>
          </p:cNvPr>
          <p:cNvGrpSpPr/>
          <p:nvPr userDrawn="1"/>
        </p:nvGrpSpPr>
        <p:grpSpPr>
          <a:xfrm>
            <a:off x="295226" y="664592"/>
            <a:ext cx="995611" cy="72008"/>
            <a:chOff x="479376" y="980728"/>
            <a:chExt cx="995611" cy="72008"/>
          </a:xfrm>
        </p:grpSpPr>
        <p:cxnSp>
          <p:nvCxnSpPr>
            <p:cNvPr id="9" name="Connecteur droit 8">
              <a:extLst>
                <a:ext uri="{FF2B5EF4-FFF2-40B4-BE49-F238E27FC236}">
                  <a16:creationId xmlns:a16="http://schemas.microsoft.com/office/drawing/2014/main" id="{5BED4098-B418-22A7-173B-1D64010ADC72}"/>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0" name="Rectangle 9">
              <a:extLst>
                <a:ext uri="{FF2B5EF4-FFF2-40B4-BE49-F238E27FC236}">
                  <a16:creationId xmlns:a16="http://schemas.microsoft.com/office/drawing/2014/main" id="{DD05EE1A-B050-3012-0C5F-DB4B2B0EFAA3}"/>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2" name="MSIPCMContentMarking" descr="{&quot;HashCode&quot;:-1484644562,&quot;Placement&quot;:&quot;Header&quot;,&quot;Top&quot;:0.0,&quot;Left&quot;:315.021423,&quot;SlideWidth&quot;:720,&quot;SlideHeight&quot;:405}"/>
          <p:cNvSpPr txBox="1"/>
          <p:nvPr userDrawn="1"/>
        </p:nvSpPr>
        <p:spPr>
          <a:xfrm>
            <a:off x="4000772" y="0"/>
            <a:ext cx="1142456"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smtClean="0">
                <a:solidFill>
                  <a:srgbClr val="FF8C00"/>
                </a:solidFill>
                <a:latin typeface="Calibri" panose="020F0502020204030204" pitchFamily="34" charset="0"/>
              </a:rPr>
              <a:t>C2 - Confidential</a:t>
            </a:r>
            <a:endParaRPr lang="fr-FR" sz="1000">
              <a:solidFill>
                <a:srgbClr val="FF8C00"/>
              </a:solidFill>
              <a:latin typeface="Calibri" panose="020F0502020204030204" pitchFamily="34" charset="0"/>
            </a:endParaRPr>
          </a:p>
        </p:txBody>
      </p:sp>
    </p:spTree>
    <p:extLst>
      <p:ext uri="{BB962C8B-B14F-4D97-AF65-F5344CB8AC3E}">
        <p14:creationId xmlns:p14="http://schemas.microsoft.com/office/powerpoint/2010/main" val="2969457078"/>
      </p:ext>
    </p:extLst>
  </p:cSld>
  <p:clrMap bg1="lt1" tx1="dk1" bg2="lt2" tx2="dk2" accent1="accent1" accent2="accent2" accent3="accent3" accent4="accent4" accent5="accent5" accent6="accent6" hlink="hlink" folHlink="folHlink"/>
  <p:sldLayoutIdLst>
    <p:sldLayoutId id="2147483933" r:id="rId1"/>
    <p:sldLayoutId id="2147483935" r:id="rId2"/>
    <p:sldLayoutId id="2147483936" r:id="rId3"/>
    <p:sldLayoutId id="2147483937" r:id="rId4"/>
    <p:sldLayoutId id="2147483938" r:id="rId5"/>
    <p:sldLayoutId id="2147483939" r:id="rId6"/>
    <p:sldLayoutId id="2147483940" r:id="rId7"/>
    <p:sldLayoutId id="2147483941" r:id="rId8"/>
  </p:sldLayoutIdLst>
  <p:transition>
    <p:fade/>
  </p:transition>
  <p:hf sldNum="0" hdr="0" dt="0"/>
  <p:txStyles>
    <p:titleStyle>
      <a:lvl1pPr algn="l" defTabSz="915067" rtl="0" eaLnBrk="1" latinLnBrk="0" hangingPunct="1">
        <a:spcBef>
          <a:spcPct val="0"/>
        </a:spcBef>
        <a:buNone/>
        <a:defRPr sz="2200" b="0" i="0" kern="1200" cap="none" baseline="0">
          <a:solidFill>
            <a:schemeClr val="accent2"/>
          </a:solidFill>
          <a:latin typeface="+mj-lt"/>
          <a:ea typeface="+mj-ea"/>
          <a:cs typeface="Arial" pitchFamily="34" charset="0"/>
        </a:defRPr>
      </a:lvl1pPr>
    </p:titleStyle>
    <p:bodyStyle>
      <a:lvl1pPr marL="182698" indent="-182698" algn="l" defTabSz="915067" rtl="0" eaLnBrk="1" latinLnBrk="0" hangingPunct="1">
        <a:lnSpc>
          <a:spcPct val="90000"/>
        </a:lnSpc>
        <a:spcBef>
          <a:spcPts val="800"/>
        </a:spcBef>
        <a:buClr>
          <a:schemeClr val="accent5"/>
        </a:buClr>
        <a:buFont typeface="Wingdings" pitchFamily="2" charset="2"/>
        <a:buChar char="§"/>
        <a:defRPr sz="1600" b="1" i="0" kern="1200" baseline="0">
          <a:solidFill>
            <a:schemeClr val="accent2"/>
          </a:solidFill>
          <a:latin typeface="+mn-lt"/>
          <a:ea typeface="+mn-ea"/>
          <a:cs typeface="Arial" pitchFamily="34" charset="0"/>
        </a:defRPr>
      </a:lvl1pPr>
      <a:lvl2pPr marL="347914" indent="-163628" algn="l" defTabSz="915067" rtl="0" eaLnBrk="1" latinLnBrk="0" hangingPunct="1">
        <a:lnSpc>
          <a:spcPct val="90000"/>
        </a:lnSpc>
        <a:spcBef>
          <a:spcPts val="400"/>
        </a:spcBef>
        <a:buClr>
          <a:schemeClr val="accent5"/>
        </a:buClr>
        <a:buFont typeface="Wingdings" pitchFamily="2" charset="2"/>
        <a:buChar char="§"/>
        <a:defRPr sz="1400" i="0" kern="1200" baseline="0">
          <a:solidFill>
            <a:schemeClr val="accent2"/>
          </a:solidFill>
          <a:latin typeface="+mn-lt"/>
          <a:ea typeface="+mn-ea"/>
          <a:cs typeface="Arial" pitchFamily="34" charset="0"/>
        </a:defRPr>
      </a:lvl2pPr>
      <a:lvl3pPr marL="509954" indent="-166802" algn="l" defTabSz="915067" rtl="0" eaLnBrk="1" latinLnBrk="0" hangingPunct="1">
        <a:lnSpc>
          <a:spcPct val="90000"/>
        </a:lnSpc>
        <a:spcBef>
          <a:spcPts val="400"/>
        </a:spcBef>
        <a:buClr>
          <a:schemeClr val="accent5"/>
        </a:buClr>
        <a:buFont typeface="Wingdings" pitchFamily="2" charset="2"/>
        <a:buChar char="§"/>
        <a:defRPr sz="1200" i="0" kern="1200" baseline="0">
          <a:solidFill>
            <a:schemeClr val="accent2"/>
          </a:solidFill>
          <a:latin typeface="+mn-lt"/>
          <a:ea typeface="+mn-ea"/>
          <a:cs typeface="Arial" pitchFamily="34" charset="0"/>
        </a:defRPr>
      </a:lvl3pPr>
      <a:lvl4pPr marL="1601359"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4pPr>
      <a:lvl5pPr marL="2058887"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5pPr>
      <a:lvl6pPr marL="2516420"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3945"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1483"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9011"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5067" rtl="0" eaLnBrk="1" latinLnBrk="0" hangingPunct="1">
        <a:defRPr sz="1799" kern="1200">
          <a:solidFill>
            <a:schemeClr val="tx1"/>
          </a:solidFill>
          <a:latin typeface="+mn-lt"/>
          <a:ea typeface="+mn-ea"/>
          <a:cs typeface="+mn-cs"/>
        </a:defRPr>
      </a:lvl1pPr>
      <a:lvl2pPr marL="457529" algn="l" defTabSz="915067" rtl="0" eaLnBrk="1" latinLnBrk="0" hangingPunct="1">
        <a:defRPr sz="1799" kern="1200">
          <a:solidFill>
            <a:schemeClr val="tx1"/>
          </a:solidFill>
          <a:latin typeface="+mn-lt"/>
          <a:ea typeface="+mn-ea"/>
          <a:cs typeface="+mn-cs"/>
        </a:defRPr>
      </a:lvl2pPr>
      <a:lvl3pPr marL="915067" algn="l" defTabSz="915067" rtl="0" eaLnBrk="1" latinLnBrk="0" hangingPunct="1">
        <a:defRPr sz="1799" kern="1200">
          <a:solidFill>
            <a:schemeClr val="tx1"/>
          </a:solidFill>
          <a:latin typeface="+mn-lt"/>
          <a:ea typeface="+mn-ea"/>
          <a:cs typeface="+mn-cs"/>
        </a:defRPr>
      </a:lvl3pPr>
      <a:lvl4pPr marL="1372592" algn="l" defTabSz="915067" rtl="0" eaLnBrk="1" latinLnBrk="0" hangingPunct="1">
        <a:defRPr sz="1799" kern="1200">
          <a:solidFill>
            <a:schemeClr val="tx1"/>
          </a:solidFill>
          <a:latin typeface="+mn-lt"/>
          <a:ea typeface="+mn-ea"/>
          <a:cs typeface="+mn-cs"/>
        </a:defRPr>
      </a:lvl4pPr>
      <a:lvl5pPr marL="1830123" algn="l" defTabSz="915067" rtl="0" eaLnBrk="1" latinLnBrk="0" hangingPunct="1">
        <a:defRPr sz="1799" kern="1200">
          <a:solidFill>
            <a:schemeClr val="tx1"/>
          </a:solidFill>
          <a:latin typeface="+mn-lt"/>
          <a:ea typeface="+mn-ea"/>
          <a:cs typeface="+mn-cs"/>
        </a:defRPr>
      </a:lvl5pPr>
      <a:lvl6pPr marL="2287652" algn="l" defTabSz="915067" rtl="0" eaLnBrk="1" latinLnBrk="0" hangingPunct="1">
        <a:defRPr sz="1799" kern="1200">
          <a:solidFill>
            <a:schemeClr val="tx1"/>
          </a:solidFill>
          <a:latin typeface="+mn-lt"/>
          <a:ea typeface="+mn-ea"/>
          <a:cs typeface="+mn-cs"/>
        </a:defRPr>
      </a:lvl6pPr>
      <a:lvl7pPr marL="2745182" algn="l" defTabSz="915067" rtl="0" eaLnBrk="1" latinLnBrk="0" hangingPunct="1">
        <a:defRPr sz="1799" kern="1200">
          <a:solidFill>
            <a:schemeClr val="tx1"/>
          </a:solidFill>
          <a:latin typeface="+mn-lt"/>
          <a:ea typeface="+mn-ea"/>
          <a:cs typeface="+mn-cs"/>
        </a:defRPr>
      </a:lvl7pPr>
      <a:lvl8pPr marL="3202716" algn="l" defTabSz="915067" rtl="0" eaLnBrk="1" latinLnBrk="0" hangingPunct="1">
        <a:defRPr sz="1799" kern="1200">
          <a:solidFill>
            <a:schemeClr val="tx1"/>
          </a:solidFill>
          <a:latin typeface="+mn-lt"/>
          <a:ea typeface="+mn-ea"/>
          <a:cs typeface="+mn-cs"/>
        </a:defRPr>
      </a:lvl8pPr>
      <a:lvl9pPr marL="3660246" algn="l" defTabSz="915067"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981" userDrawn="1">
          <p15:clr>
            <a:srgbClr val="F26B43"/>
          </p15:clr>
        </p15:guide>
        <p15:guide id="2" pos="5579" userDrawn="1">
          <p15:clr>
            <a:srgbClr val="F26B43"/>
          </p15:clr>
        </p15:guide>
        <p15:guide id="3" pos="181">
          <p15:clr>
            <a:srgbClr val="F26B43"/>
          </p15:clr>
        </p15:guide>
        <p15:guide id="4" orient="horz" pos="195">
          <p15:clr>
            <a:srgbClr val="F26B43"/>
          </p15:clr>
        </p15:guide>
        <p15:guide id="5" orient="horz" pos="3852">
          <p15:clr>
            <a:srgbClr val="F26B43"/>
          </p15:clr>
        </p15:guide>
        <p15:guide id="6" orient="horz" pos="285">
          <p15:clr>
            <a:srgbClr val="F26B43"/>
          </p15:clr>
        </p15:guide>
        <p15:guide id="8" pos="7491">
          <p15:clr>
            <a:srgbClr val="F26B43"/>
          </p15:clr>
        </p15:guide>
        <p15:guide id="9" pos="7391">
          <p15:clr>
            <a:srgbClr val="F26B43"/>
          </p15:clr>
        </p15:guide>
        <p15:guide id="10" orient="horz" pos="464" userDrawn="1">
          <p15:clr>
            <a:srgbClr val="F26B43"/>
          </p15:clr>
        </p15:guide>
        <p15:guide id="11" orient="horz" pos="2913" userDrawn="1">
          <p15:clr>
            <a:srgbClr val="F26B43"/>
          </p15:clr>
        </p15:guide>
        <p15:guide id="12" pos="2880" userDrawn="1">
          <p15:clr>
            <a:srgbClr val="F26B43"/>
          </p15:clr>
        </p15:guide>
        <p15:guide id="13" orient="horz" pos="63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47F4591A-171D-4B6F-91D4-CD89F6E4B046}"/>
              </a:ext>
            </a:extLst>
          </p:cNvPr>
          <p:cNvPicPr>
            <a:picLocks noChangeAspect="1"/>
          </p:cNvPicPr>
          <p:nvPr userDrawn="1"/>
        </p:nvPicPr>
        <p:blipFill>
          <a:blip r:embed="rId10"/>
          <a:srcRect/>
          <a:stretch/>
        </p:blipFill>
        <p:spPr>
          <a:xfrm>
            <a:off x="8037563" y="4837246"/>
            <a:ext cx="817635" cy="173146"/>
          </a:xfrm>
          <a:prstGeom prst="rect">
            <a:avLst/>
          </a:prstGeom>
          <a:noFill/>
        </p:spPr>
      </p:pic>
      <p:cxnSp>
        <p:nvCxnSpPr>
          <p:cNvPr id="17" name="Connecteur droit 16">
            <a:extLst>
              <a:ext uri="{FF2B5EF4-FFF2-40B4-BE49-F238E27FC236}">
                <a16:creationId xmlns:a16="http://schemas.microsoft.com/office/drawing/2014/main" id="{8B519F6C-EBB1-41F2-9E05-DEE79643C5DB}"/>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7532A455-C781-4527-AD8C-3511FB0D154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2">
                    <a:lumMod val="60000"/>
                    <a:lumOff val="40000"/>
                  </a:schemeClr>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2">
                  <a:lumMod val="60000"/>
                  <a:lumOff val="40000"/>
                </a:schemeClr>
              </a:solidFill>
              <a:latin typeface="+mn-lt"/>
            </a:endParaRPr>
          </a:p>
        </p:txBody>
      </p:sp>
      <p:sp>
        <p:nvSpPr>
          <p:cNvPr id="20" name="Espace réservé du numéro de diapositive 13">
            <a:extLst>
              <a:ext uri="{FF2B5EF4-FFF2-40B4-BE49-F238E27FC236}">
                <a16:creationId xmlns:a16="http://schemas.microsoft.com/office/drawing/2014/main" id="{CD93E076-75DB-4427-A260-9445BE8C8B75}"/>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2">
                    <a:lumMod val="60000"/>
                    <a:lumOff val="40000"/>
                  </a:schemeClr>
                </a:solidFill>
              </a:rPr>
              <a:pPr/>
              <a:t>‹N°›</a:t>
            </a:fld>
            <a:endParaRPr lang="fr-FR" sz="800" dirty="0">
              <a:solidFill>
                <a:schemeClr val="bg2">
                  <a:lumMod val="60000"/>
                  <a:lumOff val="40000"/>
                </a:schemeClr>
              </a:solidFill>
            </a:endParaRPr>
          </a:p>
        </p:txBody>
      </p:sp>
      <p:sp>
        <p:nvSpPr>
          <p:cNvPr id="3" name="Espace réservé du titre 2">
            <a:extLst>
              <a:ext uri="{FF2B5EF4-FFF2-40B4-BE49-F238E27FC236}">
                <a16:creationId xmlns:a16="http://schemas.microsoft.com/office/drawing/2014/main" id="{B9383F94-4300-4F00-9605-92CC0B158E2C}"/>
              </a:ext>
            </a:extLst>
          </p:cNvPr>
          <p:cNvSpPr>
            <a:spLocks noGrp="1"/>
          </p:cNvSpPr>
          <p:nvPr>
            <p:ph type="title"/>
          </p:nvPr>
        </p:nvSpPr>
        <p:spPr>
          <a:xfrm>
            <a:off x="295226" y="192338"/>
            <a:ext cx="8559972" cy="427037"/>
          </a:xfrm>
          <a:prstGeom prst="rect">
            <a:avLst/>
          </a:prstGeom>
        </p:spPr>
        <p:txBody>
          <a:bodyPr vert="horz" lIns="0" tIns="45720" rIns="0" bIns="45720" rtlCol="0" anchor="ctr">
            <a:normAutofit/>
          </a:bodyPr>
          <a:lstStyle/>
          <a:p>
            <a:r>
              <a:rPr lang="en-US" dirty="0"/>
              <a:t>Click here to add a title </a:t>
            </a:r>
            <a:endParaRPr lang="fr-FR" dirty="0"/>
          </a:p>
        </p:txBody>
      </p:sp>
      <p:sp>
        <p:nvSpPr>
          <p:cNvPr id="5" name="Espace réservé du pied de page 4">
            <a:extLst>
              <a:ext uri="{FF2B5EF4-FFF2-40B4-BE49-F238E27FC236}">
                <a16:creationId xmlns:a16="http://schemas.microsoft.com/office/drawing/2014/main" id="{733C5864-A815-9137-28E9-1104EAB284FF}"/>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7" name="Espace réservé du texte 6">
            <a:extLst>
              <a:ext uri="{FF2B5EF4-FFF2-40B4-BE49-F238E27FC236}">
                <a16:creationId xmlns:a16="http://schemas.microsoft.com/office/drawing/2014/main" id="{B7E8C8B3-8552-D897-BC35-19AAA48A5071}"/>
              </a:ext>
            </a:extLst>
          </p:cNvPr>
          <p:cNvSpPr>
            <a:spLocks noGrp="1"/>
          </p:cNvSpPr>
          <p:nvPr>
            <p:ph type="body" idx="1"/>
          </p:nvPr>
        </p:nvSpPr>
        <p:spPr>
          <a:xfrm>
            <a:off x="287339" y="1001714"/>
            <a:ext cx="8569324" cy="3622673"/>
          </a:xfrm>
          <a:prstGeom prst="rect">
            <a:avLst/>
          </a:prstGeom>
        </p:spPr>
        <p:txBody>
          <a:bodyPr vert="horz" lIns="91440" tIns="45720" rIns="91440" bIns="45720" rtlCol="0">
            <a:normAutofit/>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grpSp>
        <p:nvGrpSpPr>
          <p:cNvPr id="8" name="Groupe 7">
            <a:extLst>
              <a:ext uri="{FF2B5EF4-FFF2-40B4-BE49-F238E27FC236}">
                <a16:creationId xmlns:a16="http://schemas.microsoft.com/office/drawing/2014/main" id="{3A89395C-0062-6FD8-6C76-76B7AFE266D1}"/>
              </a:ext>
            </a:extLst>
          </p:cNvPr>
          <p:cNvGrpSpPr/>
          <p:nvPr userDrawn="1"/>
        </p:nvGrpSpPr>
        <p:grpSpPr>
          <a:xfrm>
            <a:off x="295226" y="664592"/>
            <a:ext cx="995611" cy="72008"/>
            <a:chOff x="479376" y="980728"/>
            <a:chExt cx="995611" cy="72008"/>
          </a:xfrm>
        </p:grpSpPr>
        <p:cxnSp>
          <p:nvCxnSpPr>
            <p:cNvPr id="9" name="Connecteur droit 8">
              <a:extLst>
                <a:ext uri="{FF2B5EF4-FFF2-40B4-BE49-F238E27FC236}">
                  <a16:creationId xmlns:a16="http://schemas.microsoft.com/office/drawing/2014/main" id="{5BED4098-B418-22A7-173B-1D64010ADC72}"/>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0" name="Rectangle 9">
              <a:extLst>
                <a:ext uri="{FF2B5EF4-FFF2-40B4-BE49-F238E27FC236}">
                  <a16:creationId xmlns:a16="http://schemas.microsoft.com/office/drawing/2014/main" id="{DD05EE1A-B050-3012-0C5F-DB4B2B0EFAA3}"/>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2" name="MSIPCMContentMarking" descr="{&quot;HashCode&quot;:-1484644562,&quot;Placement&quot;:&quot;Header&quot;,&quot;Top&quot;:0.0,&quot;Left&quot;:315.021423,&quot;SlideWidth&quot;:720,&quot;SlideHeight&quot;:405}"/>
          <p:cNvSpPr txBox="1"/>
          <p:nvPr userDrawn="1"/>
        </p:nvSpPr>
        <p:spPr>
          <a:xfrm>
            <a:off x="4000772" y="0"/>
            <a:ext cx="1142456"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smtClean="0">
                <a:solidFill>
                  <a:srgbClr val="FF8C00"/>
                </a:solidFill>
                <a:latin typeface="Calibri" panose="020F0502020204030204" pitchFamily="34" charset="0"/>
              </a:rPr>
              <a:t>C2 - Confidential</a:t>
            </a:r>
            <a:endParaRPr lang="fr-FR" sz="1000">
              <a:solidFill>
                <a:srgbClr val="FF8C00"/>
              </a:solidFill>
              <a:latin typeface="Calibri" panose="020F0502020204030204" pitchFamily="34" charset="0"/>
            </a:endParaRPr>
          </a:p>
        </p:txBody>
      </p:sp>
    </p:spTree>
    <p:extLst>
      <p:ext uri="{BB962C8B-B14F-4D97-AF65-F5344CB8AC3E}">
        <p14:creationId xmlns:p14="http://schemas.microsoft.com/office/powerpoint/2010/main" val="53560915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Lst>
  <p:transition>
    <p:fade/>
  </p:transition>
  <p:hf sldNum="0" hdr="0" dt="0"/>
  <p:txStyles>
    <p:titleStyle>
      <a:lvl1pPr algn="l" defTabSz="915067" rtl="0" eaLnBrk="1" latinLnBrk="0" hangingPunct="1">
        <a:spcBef>
          <a:spcPct val="0"/>
        </a:spcBef>
        <a:buNone/>
        <a:defRPr sz="2200" b="0" i="0" kern="1200" cap="none" baseline="0">
          <a:solidFill>
            <a:schemeClr val="accent2"/>
          </a:solidFill>
          <a:latin typeface="+mj-lt"/>
          <a:ea typeface="+mj-ea"/>
          <a:cs typeface="Arial" pitchFamily="34" charset="0"/>
        </a:defRPr>
      </a:lvl1pPr>
    </p:titleStyle>
    <p:bodyStyle>
      <a:lvl1pPr marL="182698" indent="-182698" algn="l" defTabSz="915067" rtl="0" eaLnBrk="1" latinLnBrk="0" hangingPunct="1">
        <a:lnSpc>
          <a:spcPct val="90000"/>
        </a:lnSpc>
        <a:spcBef>
          <a:spcPts val="800"/>
        </a:spcBef>
        <a:buClr>
          <a:schemeClr val="accent5"/>
        </a:buClr>
        <a:buFont typeface="Wingdings" pitchFamily="2" charset="2"/>
        <a:buChar char="§"/>
        <a:defRPr sz="1600" b="1" i="0" kern="1200" baseline="0">
          <a:solidFill>
            <a:schemeClr val="accent2"/>
          </a:solidFill>
          <a:latin typeface="+mn-lt"/>
          <a:ea typeface="+mn-ea"/>
          <a:cs typeface="Arial" pitchFamily="34" charset="0"/>
        </a:defRPr>
      </a:lvl1pPr>
      <a:lvl2pPr marL="347914" indent="-163628" algn="l" defTabSz="915067" rtl="0" eaLnBrk="1" latinLnBrk="0" hangingPunct="1">
        <a:lnSpc>
          <a:spcPct val="90000"/>
        </a:lnSpc>
        <a:spcBef>
          <a:spcPts val="400"/>
        </a:spcBef>
        <a:buClr>
          <a:schemeClr val="accent5"/>
        </a:buClr>
        <a:buFont typeface="Wingdings" pitchFamily="2" charset="2"/>
        <a:buChar char="§"/>
        <a:defRPr sz="1400" i="0" kern="1200" baseline="0">
          <a:solidFill>
            <a:schemeClr val="accent2"/>
          </a:solidFill>
          <a:latin typeface="+mn-lt"/>
          <a:ea typeface="+mn-ea"/>
          <a:cs typeface="Arial" pitchFamily="34" charset="0"/>
        </a:defRPr>
      </a:lvl2pPr>
      <a:lvl3pPr marL="509954" indent="-166802" algn="l" defTabSz="915067" rtl="0" eaLnBrk="1" latinLnBrk="0" hangingPunct="1">
        <a:lnSpc>
          <a:spcPct val="90000"/>
        </a:lnSpc>
        <a:spcBef>
          <a:spcPts val="400"/>
        </a:spcBef>
        <a:buClr>
          <a:schemeClr val="accent5"/>
        </a:buClr>
        <a:buFont typeface="Wingdings" pitchFamily="2" charset="2"/>
        <a:buChar char="§"/>
        <a:defRPr sz="1200" i="0" kern="1200" baseline="0">
          <a:solidFill>
            <a:schemeClr val="accent2"/>
          </a:solidFill>
          <a:latin typeface="+mn-lt"/>
          <a:ea typeface="+mn-ea"/>
          <a:cs typeface="Arial" pitchFamily="34" charset="0"/>
        </a:defRPr>
      </a:lvl3pPr>
      <a:lvl4pPr marL="1601359"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4pPr>
      <a:lvl5pPr marL="2058887"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5pPr>
      <a:lvl6pPr marL="2516420"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3945"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1483"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9011"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5067" rtl="0" eaLnBrk="1" latinLnBrk="0" hangingPunct="1">
        <a:defRPr sz="1799" kern="1200">
          <a:solidFill>
            <a:schemeClr val="tx1"/>
          </a:solidFill>
          <a:latin typeface="+mn-lt"/>
          <a:ea typeface="+mn-ea"/>
          <a:cs typeface="+mn-cs"/>
        </a:defRPr>
      </a:lvl1pPr>
      <a:lvl2pPr marL="457529" algn="l" defTabSz="915067" rtl="0" eaLnBrk="1" latinLnBrk="0" hangingPunct="1">
        <a:defRPr sz="1799" kern="1200">
          <a:solidFill>
            <a:schemeClr val="tx1"/>
          </a:solidFill>
          <a:latin typeface="+mn-lt"/>
          <a:ea typeface="+mn-ea"/>
          <a:cs typeface="+mn-cs"/>
        </a:defRPr>
      </a:lvl2pPr>
      <a:lvl3pPr marL="915067" algn="l" defTabSz="915067" rtl="0" eaLnBrk="1" latinLnBrk="0" hangingPunct="1">
        <a:defRPr sz="1799" kern="1200">
          <a:solidFill>
            <a:schemeClr val="tx1"/>
          </a:solidFill>
          <a:latin typeface="+mn-lt"/>
          <a:ea typeface="+mn-ea"/>
          <a:cs typeface="+mn-cs"/>
        </a:defRPr>
      </a:lvl3pPr>
      <a:lvl4pPr marL="1372592" algn="l" defTabSz="915067" rtl="0" eaLnBrk="1" latinLnBrk="0" hangingPunct="1">
        <a:defRPr sz="1799" kern="1200">
          <a:solidFill>
            <a:schemeClr val="tx1"/>
          </a:solidFill>
          <a:latin typeface="+mn-lt"/>
          <a:ea typeface="+mn-ea"/>
          <a:cs typeface="+mn-cs"/>
        </a:defRPr>
      </a:lvl4pPr>
      <a:lvl5pPr marL="1830123" algn="l" defTabSz="915067" rtl="0" eaLnBrk="1" latinLnBrk="0" hangingPunct="1">
        <a:defRPr sz="1799" kern="1200">
          <a:solidFill>
            <a:schemeClr val="tx1"/>
          </a:solidFill>
          <a:latin typeface="+mn-lt"/>
          <a:ea typeface="+mn-ea"/>
          <a:cs typeface="+mn-cs"/>
        </a:defRPr>
      </a:lvl5pPr>
      <a:lvl6pPr marL="2287652" algn="l" defTabSz="915067" rtl="0" eaLnBrk="1" latinLnBrk="0" hangingPunct="1">
        <a:defRPr sz="1799" kern="1200">
          <a:solidFill>
            <a:schemeClr val="tx1"/>
          </a:solidFill>
          <a:latin typeface="+mn-lt"/>
          <a:ea typeface="+mn-ea"/>
          <a:cs typeface="+mn-cs"/>
        </a:defRPr>
      </a:lvl6pPr>
      <a:lvl7pPr marL="2745182" algn="l" defTabSz="915067" rtl="0" eaLnBrk="1" latinLnBrk="0" hangingPunct="1">
        <a:defRPr sz="1799" kern="1200">
          <a:solidFill>
            <a:schemeClr val="tx1"/>
          </a:solidFill>
          <a:latin typeface="+mn-lt"/>
          <a:ea typeface="+mn-ea"/>
          <a:cs typeface="+mn-cs"/>
        </a:defRPr>
      </a:lvl7pPr>
      <a:lvl8pPr marL="3202716" algn="l" defTabSz="915067" rtl="0" eaLnBrk="1" latinLnBrk="0" hangingPunct="1">
        <a:defRPr sz="1799" kern="1200">
          <a:solidFill>
            <a:schemeClr val="tx1"/>
          </a:solidFill>
          <a:latin typeface="+mn-lt"/>
          <a:ea typeface="+mn-ea"/>
          <a:cs typeface="+mn-cs"/>
        </a:defRPr>
      </a:lvl8pPr>
      <a:lvl9pPr marL="3660246" algn="l" defTabSz="915067"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981" userDrawn="1">
          <p15:clr>
            <a:srgbClr val="F26B43"/>
          </p15:clr>
        </p15:guide>
        <p15:guide id="2" pos="5579" userDrawn="1">
          <p15:clr>
            <a:srgbClr val="F26B43"/>
          </p15:clr>
        </p15:guide>
        <p15:guide id="3" pos="181">
          <p15:clr>
            <a:srgbClr val="F26B43"/>
          </p15:clr>
        </p15:guide>
        <p15:guide id="4" orient="horz" pos="195">
          <p15:clr>
            <a:srgbClr val="F26B43"/>
          </p15:clr>
        </p15:guide>
        <p15:guide id="5" orient="horz" pos="3852">
          <p15:clr>
            <a:srgbClr val="F26B43"/>
          </p15:clr>
        </p15:guide>
        <p15:guide id="6" orient="horz" pos="285">
          <p15:clr>
            <a:srgbClr val="F26B43"/>
          </p15:clr>
        </p15:guide>
        <p15:guide id="8" pos="7491">
          <p15:clr>
            <a:srgbClr val="F26B43"/>
          </p15:clr>
        </p15:guide>
        <p15:guide id="9" pos="7391">
          <p15:clr>
            <a:srgbClr val="F26B43"/>
          </p15:clr>
        </p15:guide>
        <p15:guide id="10" orient="horz" pos="464" userDrawn="1">
          <p15:clr>
            <a:srgbClr val="F26B43"/>
          </p15:clr>
        </p15:guide>
        <p15:guide id="11" orient="horz" pos="2913" userDrawn="1">
          <p15:clr>
            <a:srgbClr val="F26B43"/>
          </p15:clr>
        </p15:guide>
        <p15:guide id="12" pos="2880" userDrawn="1">
          <p15:clr>
            <a:srgbClr val="F26B43"/>
          </p15:clr>
        </p15:guide>
        <p15:guide id="13" orient="horz" pos="63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47F4591A-171D-4B6F-91D4-CD89F6E4B046}"/>
              </a:ext>
            </a:extLst>
          </p:cNvPr>
          <p:cNvPicPr>
            <a:picLocks noChangeAspect="1"/>
          </p:cNvPicPr>
          <p:nvPr userDrawn="1"/>
        </p:nvPicPr>
        <p:blipFill>
          <a:blip r:embed="rId10"/>
          <a:srcRect/>
          <a:stretch/>
        </p:blipFill>
        <p:spPr>
          <a:xfrm>
            <a:off x="8037563" y="4837246"/>
            <a:ext cx="817635" cy="173146"/>
          </a:xfrm>
          <a:prstGeom prst="rect">
            <a:avLst/>
          </a:prstGeom>
          <a:noFill/>
        </p:spPr>
      </p:pic>
      <p:cxnSp>
        <p:nvCxnSpPr>
          <p:cNvPr id="17" name="Connecteur droit 16">
            <a:extLst>
              <a:ext uri="{FF2B5EF4-FFF2-40B4-BE49-F238E27FC236}">
                <a16:creationId xmlns:a16="http://schemas.microsoft.com/office/drawing/2014/main" id="{8B519F6C-EBB1-41F2-9E05-DEE79643C5DB}"/>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7532A455-C781-4527-AD8C-3511FB0D154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2">
                    <a:lumMod val="60000"/>
                    <a:lumOff val="40000"/>
                  </a:schemeClr>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2">
                  <a:lumMod val="60000"/>
                  <a:lumOff val="40000"/>
                </a:schemeClr>
              </a:solidFill>
              <a:latin typeface="+mn-lt"/>
            </a:endParaRPr>
          </a:p>
        </p:txBody>
      </p:sp>
      <p:sp>
        <p:nvSpPr>
          <p:cNvPr id="20" name="Espace réservé du numéro de diapositive 13">
            <a:extLst>
              <a:ext uri="{FF2B5EF4-FFF2-40B4-BE49-F238E27FC236}">
                <a16:creationId xmlns:a16="http://schemas.microsoft.com/office/drawing/2014/main" id="{CD93E076-75DB-4427-A260-9445BE8C8B75}"/>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2">
                    <a:lumMod val="60000"/>
                    <a:lumOff val="40000"/>
                  </a:schemeClr>
                </a:solidFill>
              </a:rPr>
              <a:pPr/>
              <a:t>‹N°›</a:t>
            </a:fld>
            <a:endParaRPr lang="fr-FR" sz="800" dirty="0">
              <a:solidFill>
                <a:schemeClr val="bg2">
                  <a:lumMod val="60000"/>
                  <a:lumOff val="40000"/>
                </a:schemeClr>
              </a:solidFill>
            </a:endParaRPr>
          </a:p>
        </p:txBody>
      </p:sp>
      <p:sp>
        <p:nvSpPr>
          <p:cNvPr id="3" name="Espace réservé du titre 2">
            <a:extLst>
              <a:ext uri="{FF2B5EF4-FFF2-40B4-BE49-F238E27FC236}">
                <a16:creationId xmlns:a16="http://schemas.microsoft.com/office/drawing/2014/main" id="{B9383F94-4300-4F00-9605-92CC0B158E2C}"/>
              </a:ext>
            </a:extLst>
          </p:cNvPr>
          <p:cNvSpPr>
            <a:spLocks noGrp="1"/>
          </p:cNvSpPr>
          <p:nvPr>
            <p:ph type="title"/>
          </p:nvPr>
        </p:nvSpPr>
        <p:spPr>
          <a:xfrm>
            <a:off x="295226" y="192338"/>
            <a:ext cx="8559972" cy="427037"/>
          </a:xfrm>
          <a:prstGeom prst="rect">
            <a:avLst/>
          </a:prstGeom>
        </p:spPr>
        <p:txBody>
          <a:bodyPr vert="horz" lIns="0" tIns="45720" rIns="0" bIns="45720" rtlCol="0" anchor="ctr">
            <a:normAutofit/>
          </a:bodyPr>
          <a:lstStyle/>
          <a:p>
            <a:r>
              <a:rPr lang="en-US" dirty="0"/>
              <a:t>Click here to add a title </a:t>
            </a:r>
            <a:endParaRPr lang="fr-FR" dirty="0"/>
          </a:p>
        </p:txBody>
      </p:sp>
      <p:sp>
        <p:nvSpPr>
          <p:cNvPr id="5" name="Espace réservé du pied de page 4">
            <a:extLst>
              <a:ext uri="{FF2B5EF4-FFF2-40B4-BE49-F238E27FC236}">
                <a16:creationId xmlns:a16="http://schemas.microsoft.com/office/drawing/2014/main" id="{733C5864-A815-9137-28E9-1104EAB284FF}"/>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7" name="Espace réservé du texte 6">
            <a:extLst>
              <a:ext uri="{FF2B5EF4-FFF2-40B4-BE49-F238E27FC236}">
                <a16:creationId xmlns:a16="http://schemas.microsoft.com/office/drawing/2014/main" id="{B7E8C8B3-8552-D897-BC35-19AAA48A5071}"/>
              </a:ext>
            </a:extLst>
          </p:cNvPr>
          <p:cNvSpPr>
            <a:spLocks noGrp="1"/>
          </p:cNvSpPr>
          <p:nvPr>
            <p:ph type="body" idx="1"/>
          </p:nvPr>
        </p:nvSpPr>
        <p:spPr>
          <a:xfrm>
            <a:off x="287339" y="1001714"/>
            <a:ext cx="8569324" cy="3622673"/>
          </a:xfrm>
          <a:prstGeom prst="rect">
            <a:avLst/>
          </a:prstGeom>
        </p:spPr>
        <p:txBody>
          <a:bodyPr vert="horz" lIns="91440" tIns="45720" rIns="91440" bIns="45720" rtlCol="0">
            <a:normAutofit/>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grpSp>
        <p:nvGrpSpPr>
          <p:cNvPr id="8" name="Groupe 7">
            <a:extLst>
              <a:ext uri="{FF2B5EF4-FFF2-40B4-BE49-F238E27FC236}">
                <a16:creationId xmlns:a16="http://schemas.microsoft.com/office/drawing/2014/main" id="{3A89395C-0062-6FD8-6C76-76B7AFE266D1}"/>
              </a:ext>
            </a:extLst>
          </p:cNvPr>
          <p:cNvGrpSpPr/>
          <p:nvPr userDrawn="1"/>
        </p:nvGrpSpPr>
        <p:grpSpPr>
          <a:xfrm>
            <a:off x="295226" y="664592"/>
            <a:ext cx="995611" cy="72008"/>
            <a:chOff x="479376" y="980728"/>
            <a:chExt cx="995611" cy="72008"/>
          </a:xfrm>
        </p:grpSpPr>
        <p:cxnSp>
          <p:nvCxnSpPr>
            <p:cNvPr id="9" name="Connecteur droit 8">
              <a:extLst>
                <a:ext uri="{FF2B5EF4-FFF2-40B4-BE49-F238E27FC236}">
                  <a16:creationId xmlns:a16="http://schemas.microsoft.com/office/drawing/2014/main" id="{5BED4098-B418-22A7-173B-1D64010ADC72}"/>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0" name="Rectangle 9">
              <a:extLst>
                <a:ext uri="{FF2B5EF4-FFF2-40B4-BE49-F238E27FC236}">
                  <a16:creationId xmlns:a16="http://schemas.microsoft.com/office/drawing/2014/main" id="{DD05EE1A-B050-3012-0C5F-DB4B2B0EFAA3}"/>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2" name="MSIPCMContentMarking" descr="{&quot;HashCode&quot;:-1484644562,&quot;Placement&quot;:&quot;Header&quot;,&quot;Top&quot;:0.0,&quot;Left&quot;:315.021423,&quot;SlideWidth&quot;:720,&quot;SlideHeight&quot;:405}"/>
          <p:cNvSpPr txBox="1"/>
          <p:nvPr userDrawn="1"/>
        </p:nvSpPr>
        <p:spPr>
          <a:xfrm>
            <a:off x="4000772" y="0"/>
            <a:ext cx="1142456"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smtClean="0">
                <a:solidFill>
                  <a:srgbClr val="FF8C00"/>
                </a:solidFill>
                <a:latin typeface="Calibri" panose="020F0502020204030204" pitchFamily="34" charset="0"/>
              </a:rPr>
              <a:t>C2 - Confidential</a:t>
            </a:r>
            <a:endParaRPr lang="fr-FR" sz="1000">
              <a:solidFill>
                <a:srgbClr val="FF8C00"/>
              </a:solidFill>
              <a:latin typeface="Calibri" panose="020F0502020204030204" pitchFamily="34" charset="0"/>
            </a:endParaRPr>
          </a:p>
        </p:txBody>
      </p:sp>
    </p:spTree>
    <p:extLst>
      <p:ext uri="{BB962C8B-B14F-4D97-AF65-F5344CB8AC3E}">
        <p14:creationId xmlns:p14="http://schemas.microsoft.com/office/powerpoint/2010/main" val="2569557999"/>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Lst>
  <p:transition>
    <p:fade/>
  </p:transition>
  <p:hf sldNum="0" hdr="0" dt="0"/>
  <p:txStyles>
    <p:titleStyle>
      <a:lvl1pPr algn="l" defTabSz="915067" rtl="0" eaLnBrk="1" latinLnBrk="0" hangingPunct="1">
        <a:spcBef>
          <a:spcPct val="0"/>
        </a:spcBef>
        <a:buNone/>
        <a:defRPr sz="2200" b="0" i="0" kern="1200" cap="none" baseline="0">
          <a:solidFill>
            <a:schemeClr val="accent2"/>
          </a:solidFill>
          <a:latin typeface="+mj-lt"/>
          <a:ea typeface="+mj-ea"/>
          <a:cs typeface="Arial" pitchFamily="34" charset="0"/>
        </a:defRPr>
      </a:lvl1pPr>
    </p:titleStyle>
    <p:bodyStyle>
      <a:lvl1pPr marL="182698" indent="-182698" algn="l" defTabSz="915067" rtl="0" eaLnBrk="1" latinLnBrk="0" hangingPunct="1">
        <a:lnSpc>
          <a:spcPct val="90000"/>
        </a:lnSpc>
        <a:spcBef>
          <a:spcPts val="800"/>
        </a:spcBef>
        <a:buClr>
          <a:schemeClr val="accent5"/>
        </a:buClr>
        <a:buFont typeface="Wingdings" pitchFamily="2" charset="2"/>
        <a:buChar char="§"/>
        <a:defRPr sz="1600" b="1" i="0" kern="1200" baseline="0">
          <a:solidFill>
            <a:schemeClr val="accent2"/>
          </a:solidFill>
          <a:latin typeface="+mn-lt"/>
          <a:ea typeface="+mn-ea"/>
          <a:cs typeface="Arial" pitchFamily="34" charset="0"/>
        </a:defRPr>
      </a:lvl1pPr>
      <a:lvl2pPr marL="347914" indent="-163628" algn="l" defTabSz="915067" rtl="0" eaLnBrk="1" latinLnBrk="0" hangingPunct="1">
        <a:lnSpc>
          <a:spcPct val="90000"/>
        </a:lnSpc>
        <a:spcBef>
          <a:spcPts val="400"/>
        </a:spcBef>
        <a:buClr>
          <a:schemeClr val="accent5"/>
        </a:buClr>
        <a:buFont typeface="Wingdings" pitchFamily="2" charset="2"/>
        <a:buChar char="§"/>
        <a:defRPr sz="1400" i="0" kern="1200" baseline="0">
          <a:solidFill>
            <a:schemeClr val="accent2"/>
          </a:solidFill>
          <a:latin typeface="+mn-lt"/>
          <a:ea typeface="+mn-ea"/>
          <a:cs typeface="Arial" pitchFamily="34" charset="0"/>
        </a:defRPr>
      </a:lvl2pPr>
      <a:lvl3pPr marL="509954" indent="-166802" algn="l" defTabSz="915067" rtl="0" eaLnBrk="1" latinLnBrk="0" hangingPunct="1">
        <a:lnSpc>
          <a:spcPct val="90000"/>
        </a:lnSpc>
        <a:spcBef>
          <a:spcPts val="400"/>
        </a:spcBef>
        <a:buClr>
          <a:schemeClr val="accent5"/>
        </a:buClr>
        <a:buFont typeface="Wingdings" pitchFamily="2" charset="2"/>
        <a:buChar char="§"/>
        <a:defRPr sz="1200" i="0" kern="1200" baseline="0">
          <a:solidFill>
            <a:schemeClr val="accent2"/>
          </a:solidFill>
          <a:latin typeface="+mn-lt"/>
          <a:ea typeface="+mn-ea"/>
          <a:cs typeface="Arial" pitchFamily="34" charset="0"/>
        </a:defRPr>
      </a:lvl3pPr>
      <a:lvl4pPr marL="1601359"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4pPr>
      <a:lvl5pPr marL="2058887"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5pPr>
      <a:lvl6pPr marL="2516420"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3945"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1483"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9011"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5067" rtl="0" eaLnBrk="1" latinLnBrk="0" hangingPunct="1">
        <a:defRPr sz="1799" kern="1200">
          <a:solidFill>
            <a:schemeClr val="tx1"/>
          </a:solidFill>
          <a:latin typeface="+mn-lt"/>
          <a:ea typeface="+mn-ea"/>
          <a:cs typeface="+mn-cs"/>
        </a:defRPr>
      </a:lvl1pPr>
      <a:lvl2pPr marL="457529" algn="l" defTabSz="915067" rtl="0" eaLnBrk="1" latinLnBrk="0" hangingPunct="1">
        <a:defRPr sz="1799" kern="1200">
          <a:solidFill>
            <a:schemeClr val="tx1"/>
          </a:solidFill>
          <a:latin typeface="+mn-lt"/>
          <a:ea typeface="+mn-ea"/>
          <a:cs typeface="+mn-cs"/>
        </a:defRPr>
      </a:lvl2pPr>
      <a:lvl3pPr marL="915067" algn="l" defTabSz="915067" rtl="0" eaLnBrk="1" latinLnBrk="0" hangingPunct="1">
        <a:defRPr sz="1799" kern="1200">
          <a:solidFill>
            <a:schemeClr val="tx1"/>
          </a:solidFill>
          <a:latin typeface="+mn-lt"/>
          <a:ea typeface="+mn-ea"/>
          <a:cs typeface="+mn-cs"/>
        </a:defRPr>
      </a:lvl3pPr>
      <a:lvl4pPr marL="1372592" algn="l" defTabSz="915067" rtl="0" eaLnBrk="1" latinLnBrk="0" hangingPunct="1">
        <a:defRPr sz="1799" kern="1200">
          <a:solidFill>
            <a:schemeClr val="tx1"/>
          </a:solidFill>
          <a:latin typeface="+mn-lt"/>
          <a:ea typeface="+mn-ea"/>
          <a:cs typeface="+mn-cs"/>
        </a:defRPr>
      </a:lvl4pPr>
      <a:lvl5pPr marL="1830123" algn="l" defTabSz="915067" rtl="0" eaLnBrk="1" latinLnBrk="0" hangingPunct="1">
        <a:defRPr sz="1799" kern="1200">
          <a:solidFill>
            <a:schemeClr val="tx1"/>
          </a:solidFill>
          <a:latin typeface="+mn-lt"/>
          <a:ea typeface="+mn-ea"/>
          <a:cs typeface="+mn-cs"/>
        </a:defRPr>
      </a:lvl5pPr>
      <a:lvl6pPr marL="2287652" algn="l" defTabSz="915067" rtl="0" eaLnBrk="1" latinLnBrk="0" hangingPunct="1">
        <a:defRPr sz="1799" kern="1200">
          <a:solidFill>
            <a:schemeClr val="tx1"/>
          </a:solidFill>
          <a:latin typeface="+mn-lt"/>
          <a:ea typeface="+mn-ea"/>
          <a:cs typeface="+mn-cs"/>
        </a:defRPr>
      </a:lvl6pPr>
      <a:lvl7pPr marL="2745182" algn="l" defTabSz="915067" rtl="0" eaLnBrk="1" latinLnBrk="0" hangingPunct="1">
        <a:defRPr sz="1799" kern="1200">
          <a:solidFill>
            <a:schemeClr val="tx1"/>
          </a:solidFill>
          <a:latin typeface="+mn-lt"/>
          <a:ea typeface="+mn-ea"/>
          <a:cs typeface="+mn-cs"/>
        </a:defRPr>
      </a:lvl7pPr>
      <a:lvl8pPr marL="3202716" algn="l" defTabSz="915067" rtl="0" eaLnBrk="1" latinLnBrk="0" hangingPunct="1">
        <a:defRPr sz="1799" kern="1200">
          <a:solidFill>
            <a:schemeClr val="tx1"/>
          </a:solidFill>
          <a:latin typeface="+mn-lt"/>
          <a:ea typeface="+mn-ea"/>
          <a:cs typeface="+mn-cs"/>
        </a:defRPr>
      </a:lvl8pPr>
      <a:lvl9pPr marL="3660246" algn="l" defTabSz="915067"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981" userDrawn="1">
          <p15:clr>
            <a:srgbClr val="F26B43"/>
          </p15:clr>
        </p15:guide>
        <p15:guide id="2" pos="5579" userDrawn="1">
          <p15:clr>
            <a:srgbClr val="F26B43"/>
          </p15:clr>
        </p15:guide>
        <p15:guide id="3" pos="181">
          <p15:clr>
            <a:srgbClr val="F26B43"/>
          </p15:clr>
        </p15:guide>
        <p15:guide id="4" orient="horz" pos="195">
          <p15:clr>
            <a:srgbClr val="F26B43"/>
          </p15:clr>
        </p15:guide>
        <p15:guide id="5" orient="horz" pos="3852">
          <p15:clr>
            <a:srgbClr val="F26B43"/>
          </p15:clr>
        </p15:guide>
        <p15:guide id="6" orient="horz" pos="285">
          <p15:clr>
            <a:srgbClr val="F26B43"/>
          </p15:clr>
        </p15:guide>
        <p15:guide id="8" pos="7491">
          <p15:clr>
            <a:srgbClr val="F26B43"/>
          </p15:clr>
        </p15:guide>
        <p15:guide id="9" pos="7391">
          <p15:clr>
            <a:srgbClr val="F26B43"/>
          </p15:clr>
        </p15:guide>
        <p15:guide id="10" orient="horz" pos="464" userDrawn="1">
          <p15:clr>
            <a:srgbClr val="F26B43"/>
          </p15:clr>
        </p15:guide>
        <p15:guide id="11" orient="horz" pos="2913" userDrawn="1">
          <p15:clr>
            <a:srgbClr val="F26B43"/>
          </p15:clr>
        </p15:guide>
        <p15:guide id="12" pos="2880" userDrawn="1">
          <p15:clr>
            <a:srgbClr val="F26B43"/>
          </p15:clr>
        </p15:guide>
        <p15:guide id="13" orient="horz" pos="63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dirty="0" smtClean="0"/>
              <a:t>CIPN / Safran Electronics &amp; </a:t>
            </a:r>
            <a:r>
              <a:rPr lang="fr-FR" dirty="0" err="1" smtClean="0"/>
              <a:t>Defense</a:t>
            </a:r>
            <a:r>
              <a:rPr lang="fr-FR" dirty="0" smtClean="0"/>
              <a:t>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5226" y="911719"/>
            <a:ext cx="5375750" cy="3578383"/>
          </a:xfrm>
          <a:ln>
            <a:noFill/>
          </a:ln>
        </p:spPr>
        <p:txBody>
          <a:bodyPr>
            <a:normAutofit lnSpcReduction="10000"/>
          </a:bodyPr>
          <a:lstStyle/>
          <a:p>
            <a:r>
              <a:rPr lang="fr-FR" sz="1400" b="0" dirty="0" smtClean="0"/>
              <a:t>L’évaluation finale se fera sous la forme d’un «</a:t>
            </a:r>
            <a:r>
              <a:rPr lang="fr-FR" sz="1400" b="0" dirty="0" smtClean="0"/>
              <a:t> </a:t>
            </a:r>
            <a:r>
              <a:rPr lang="fr-FR" sz="1400" dirty="0" smtClean="0"/>
              <a:t>Challenge Navigation</a:t>
            </a:r>
            <a:r>
              <a:rPr lang="fr-FR" sz="1400" b="0" dirty="0" smtClean="0"/>
              <a:t> </a:t>
            </a:r>
            <a:r>
              <a:rPr lang="fr-FR" sz="1400" b="0" dirty="0" smtClean="0"/>
              <a:t>» : sur </a:t>
            </a:r>
            <a:r>
              <a:rPr lang="fr-FR" sz="1400" b="0" dirty="0"/>
              <a:t>la base de données réelles enregistrées lors d’un essai véhicule avec une centrale inertielle, votre mission </a:t>
            </a:r>
            <a:r>
              <a:rPr lang="fr-FR" sz="1400" b="0" dirty="0" smtClean="0"/>
              <a:t>sera </a:t>
            </a:r>
            <a:r>
              <a:rPr lang="fr-FR" sz="1400" b="0" dirty="0"/>
              <a:t>de mettre en place un </a:t>
            </a:r>
            <a:r>
              <a:rPr lang="fr-FR" sz="1400" b="0" u="sng" dirty="0"/>
              <a:t>algorithme de navigation hybride performant</a:t>
            </a:r>
            <a:r>
              <a:rPr lang="fr-FR" sz="1400" b="0" u="sng" dirty="0" smtClean="0"/>
              <a:t>.</a:t>
            </a:r>
          </a:p>
          <a:p>
            <a:r>
              <a:rPr lang="fr-FR" sz="1400" b="0" dirty="0" smtClean="0"/>
              <a:t>En plus des incréments inertiels, chaque </a:t>
            </a:r>
            <a:r>
              <a:rPr lang="fr-FR" sz="1400" b="0" dirty="0"/>
              <a:t>groupe disposera </a:t>
            </a:r>
            <a:r>
              <a:rPr lang="fr-FR" sz="1400" b="0" dirty="0" smtClean="0"/>
              <a:t>d’un jeu de </a:t>
            </a:r>
            <a:r>
              <a:rPr lang="fr-FR" sz="1400" b="0" dirty="0"/>
              <a:t>données complémentaires </a:t>
            </a:r>
            <a:r>
              <a:rPr lang="fr-FR" sz="1400" b="0" dirty="0" smtClean="0"/>
              <a:t>d’hybridation spécifique, au choix parmi ZUPT</a:t>
            </a:r>
            <a:r>
              <a:rPr lang="fr-FR" sz="1400" b="0" dirty="0" smtClean="0"/>
              <a:t>, GPS, Odomètre, </a:t>
            </a:r>
            <a:r>
              <a:rPr lang="fr-FR" sz="1400" b="0" dirty="0" smtClean="0"/>
              <a:t>VOR/DME. </a:t>
            </a:r>
            <a:endParaRPr lang="fr-FR" sz="1400" b="0" dirty="0" smtClean="0"/>
          </a:p>
          <a:p>
            <a:r>
              <a:rPr lang="fr-FR" sz="1400" b="0" dirty="0" smtClean="0"/>
              <a:t>Nous vous fournissons l’ensemble des scripts python nécessaires à la lecture des données et aux tracés des premiers graphiques…</a:t>
            </a:r>
          </a:p>
          <a:p>
            <a:r>
              <a:rPr lang="fr-FR" sz="1400" b="0" dirty="0" smtClean="0"/>
              <a:t>Les détails du challenge seront donnés le 21/11/2024 (visite Safran). </a:t>
            </a:r>
            <a:r>
              <a:rPr lang="fr-FR" sz="1400" dirty="0" smtClean="0"/>
              <a:t>Pour cette date, vous devez constituer les groupes et choisir votre hybridation. </a:t>
            </a:r>
            <a:endParaRPr lang="fr-FR" sz="1400" dirty="0"/>
          </a:p>
          <a:p>
            <a:r>
              <a:rPr lang="fr-FR" sz="1400" b="0" dirty="0" smtClean="0"/>
              <a:t>Lors de la soutenance (prévue le 12/12/2024), vous devrez présenter vos choix de conception et vos résultats. Une évaluation de votre algorithme sur des données « inconnues » sera réalisé à chaud !</a:t>
            </a:r>
            <a:endParaRPr lang="fr-FR" sz="1400" b="0" dirty="0" smtClean="0"/>
          </a:p>
          <a:p>
            <a:pPr marL="0" indent="0">
              <a:buNone/>
            </a:pPr>
            <a:endParaRPr lang="fr-FR" sz="1400" b="0" dirty="0" smtClean="0"/>
          </a:p>
          <a:p>
            <a:pPr marL="0" indent="0">
              <a:buNone/>
            </a:pPr>
            <a:endParaRPr lang="fr-FR" b="0" dirty="0"/>
          </a:p>
          <a:p>
            <a:endParaRPr lang="fr-FR" sz="1400" dirty="0" smtClean="0"/>
          </a:p>
          <a:p>
            <a:endParaRPr lang="fr-FR" sz="1400"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normAutofit/>
          </a:bodyPr>
          <a:lstStyle/>
          <a:p>
            <a:r>
              <a:rPr lang="fr-FR" dirty="0"/>
              <a:t>Challenge </a:t>
            </a:r>
            <a:r>
              <a:rPr lang="fr-FR" dirty="0" smtClean="0"/>
              <a:t>Navigation</a:t>
            </a:r>
            <a:endParaRPr lang="fr-FR" dirty="0"/>
          </a:p>
        </p:txBody>
      </p:sp>
      <p:pic>
        <p:nvPicPr>
          <p:cNvPr id="2" name="Image 1"/>
          <p:cNvPicPr>
            <a:picLocks noChangeAspect="1"/>
          </p:cNvPicPr>
          <p:nvPr/>
        </p:nvPicPr>
        <p:blipFill rotWithShape="1">
          <a:blip r:embed="rId2"/>
          <a:srcRect l="25948" t="10427" r="30928" b="17621"/>
          <a:stretch/>
        </p:blipFill>
        <p:spPr>
          <a:xfrm>
            <a:off x="5844173" y="1003777"/>
            <a:ext cx="3124957" cy="2082492"/>
          </a:xfrm>
          <a:prstGeom prst="rect">
            <a:avLst/>
          </a:prstGeom>
        </p:spPr>
      </p:pic>
    </p:spTree>
    <p:extLst>
      <p:ext uri="{BB962C8B-B14F-4D97-AF65-F5344CB8AC3E}">
        <p14:creationId xmlns:p14="http://schemas.microsoft.com/office/powerpoint/2010/main" val="4115279763"/>
      </p:ext>
    </p:extLst>
  </p:cSld>
  <p:clrMapOvr>
    <a:masterClrMapping/>
  </p:clrMapOvr>
  <p:transition>
    <p:fade/>
  </p:transition>
</p:sld>
</file>

<file path=ppt/theme/theme1.xml><?xml version="1.0" encoding="utf-8"?>
<a:theme xmlns:a="http://schemas.openxmlformats.org/drawingml/2006/main" name="CORPORATE">
  <a:themeElements>
    <a:clrScheme name="Corporate">
      <a:dk1>
        <a:srgbClr val="070E1D"/>
      </a:dk1>
      <a:lt1>
        <a:srgbClr val="FFFFFF"/>
      </a:lt1>
      <a:dk2>
        <a:srgbClr val="474E67"/>
      </a:dk2>
      <a:lt2>
        <a:srgbClr val="7D7B8D"/>
      </a:lt2>
      <a:accent1>
        <a:srgbClr val="3B87CC"/>
      </a:accent1>
      <a:accent2>
        <a:srgbClr val="112753"/>
      </a:accent2>
      <a:accent3>
        <a:srgbClr val="EFF1F6"/>
      </a:accent3>
      <a:accent4>
        <a:srgbClr val="112753"/>
      </a:accent4>
      <a:accent5>
        <a:srgbClr val="3B87CC"/>
      </a:accent5>
      <a:accent6>
        <a:srgbClr val="000000"/>
      </a:accent6>
      <a:hlink>
        <a:srgbClr val="1265A2"/>
      </a:hlink>
      <a:folHlink>
        <a:srgbClr val="452BA2"/>
      </a:folHlink>
    </a:clrScheme>
    <a:fontScheme name="Personnalisé 1">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PINK">
  <a:themeElements>
    <a:clrScheme name="Pink">
      <a:dk1>
        <a:srgbClr val="070E1D"/>
      </a:dk1>
      <a:lt1>
        <a:srgbClr val="FFFFFF"/>
      </a:lt1>
      <a:dk2>
        <a:srgbClr val="474E67"/>
      </a:dk2>
      <a:lt2>
        <a:srgbClr val="7D7B8D"/>
      </a:lt2>
      <a:accent1>
        <a:srgbClr val="3B87CC"/>
      </a:accent1>
      <a:accent2>
        <a:srgbClr val="112753"/>
      </a:accent2>
      <a:accent3>
        <a:srgbClr val="EFF1F6"/>
      </a:accent3>
      <a:accent4>
        <a:srgbClr val="C31E4B"/>
      </a:accent4>
      <a:accent5>
        <a:srgbClr val="EB3986"/>
      </a:accent5>
      <a:accent6>
        <a:srgbClr val="000000"/>
      </a:accent6>
      <a:hlink>
        <a:srgbClr val="1265A2"/>
      </a:hlink>
      <a:folHlink>
        <a:srgbClr val="452BA2"/>
      </a:folHlink>
    </a:clrScheme>
    <a:fontScheme name="Personnalisé 1">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RANGE">
  <a:themeElements>
    <a:clrScheme name="Orange">
      <a:dk1>
        <a:srgbClr val="070E1D"/>
      </a:dk1>
      <a:lt1>
        <a:srgbClr val="FFFFFF"/>
      </a:lt1>
      <a:dk2>
        <a:srgbClr val="474E67"/>
      </a:dk2>
      <a:lt2>
        <a:srgbClr val="7D7B8D"/>
      </a:lt2>
      <a:accent1>
        <a:srgbClr val="3B87CC"/>
      </a:accent1>
      <a:accent2>
        <a:srgbClr val="112753"/>
      </a:accent2>
      <a:accent3>
        <a:srgbClr val="EFF1F6"/>
      </a:accent3>
      <a:accent4>
        <a:srgbClr val="FF7800"/>
      </a:accent4>
      <a:accent5>
        <a:srgbClr val="FFB600"/>
      </a:accent5>
      <a:accent6>
        <a:srgbClr val="000000"/>
      </a:accent6>
      <a:hlink>
        <a:srgbClr val="1265A2"/>
      </a:hlink>
      <a:folHlink>
        <a:srgbClr val="452BA2"/>
      </a:folHlink>
    </a:clrScheme>
    <a:fontScheme name="Personnalisé 1">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GREEN">
  <a:themeElements>
    <a:clrScheme name="Vert">
      <a:dk1>
        <a:srgbClr val="070E1D"/>
      </a:dk1>
      <a:lt1>
        <a:srgbClr val="FFFFFF"/>
      </a:lt1>
      <a:dk2>
        <a:srgbClr val="474E67"/>
      </a:dk2>
      <a:lt2>
        <a:srgbClr val="7D7B8D"/>
      </a:lt2>
      <a:accent1>
        <a:srgbClr val="3B87CC"/>
      </a:accent1>
      <a:accent2>
        <a:srgbClr val="112753"/>
      </a:accent2>
      <a:accent3>
        <a:srgbClr val="EFF1F6"/>
      </a:accent3>
      <a:accent4>
        <a:srgbClr val="00491E"/>
      </a:accent4>
      <a:accent5>
        <a:srgbClr val="2CC84D"/>
      </a:accent5>
      <a:accent6>
        <a:srgbClr val="000000"/>
      </a:accent6>
      <a:hlink>
        <a:srgbClr val="1265A2"/>
      </a:hlink>
      <a:folHlink>
        <a:srgbClr val="452BA2"/>
      </a:folHlink>
    </a:clrScheme>
    <a:fontScheme name="Personnalisé 1">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RollupImage xmlns="http://schemas.microsoft.com/sharepoint/v3" xsi:nil="true"/>
    <j0d00d49c94f4a41889fe0a90686fcf3 xmlns="594212a7-a8eb-497d-bd6b-0e3a174923ee">
      <Terms xmlns="http://schemas.microsoft.com/office/infopath/2007/PartnerControls">
        <TermInfo xmlns="http://schemas.microsoft.com/office/infopath/2007/PartnerControls">
          <TermName xmlns="http://schemas.microsoft.com/office/infopath/2007/PartnerControls">Modèle de PowerPoint</TermName>
          <TermId xmlns="http://schemas.microsoft.com/office/infopath/2007/PartnerControls">80c833d3-038d-45cb-b65f-a8d2234b6314</TermId>
        </TermInfo>
      </Terms>
    </j0d00d49c94f4a41889fe0a90686fcf3>
    <SharePoint_Group_Language xmlns="594212a7-a8eb-497d-bd6b-0e3a174923ee">0</SharePoint_Group_Language>
    <fd69f967cfe64500a3ea9d72cb3281b0 xmlns="594212a7-a8eb-497d-bd6b-0e3a174923ee">
      <Terms xmlns="http://schemas.microsoft.com/office/infopath/2007/PartnerControls"/>
    </fd69f967cfe64500a3ea9d72cb3281b0>
    <TaxCatchAllLabel xmlns="594212a7-a8eb-497d-bd6b-0e3a174923ee"/>
    <SAF_RollupImageUrl xmlns="594212a7-a8eb-497d-bd6b-0e3a174923ee" xsi:nil="true"/>
    <m7fd08401b3947dfa98de00fecb0dae1 xmlns="594212a7-a8eb-497d-bd6b-0e3a174923ee">
      <Terms xmlns="http://schemas.microsoft.com/office/infopath/2007/PartnerControls"/>
    </m7fd08401b3947dfa98de00fecb0dae1>
    <bf182a5ee3d048a18e411565aa2e2f45 xmlns="594212a7-a8eb-497d-bd6b-0e3a174923ee">
      <Terms xmlns="http://schemas.microsoft.com/office/infopath/2007/PartnerControls"/>
    </bf182a5ee3d048a18e411565aa2e2f45>
    <e52db41c680243efb0b30a61ab228ec7 xmlns="594212a7-a8eb-497d-bd6b-0e3a174923ee">
      <Terms xmlns="http://schemas.microsoft.com/office/infopath/2007/PartnerControls"/>
    </e52db41c680243efb0b30a61ab228ec7>
    <e2fa6dee792b43efac6bb28cb4245109 xmlns="594212a7-a8eb-497d-bd6b-0e3a174923ee">
      <Terms xmlns="http://schemas.microsoft.com/office/infopath/2007/PartnerControls">
        <TermInfo xmlns="http://schemas.microsoft.com/office/infopath/2007/PartnerControls">
          <TermName xmlns="http://schemas.microsoft.com/office/infopath/2007/PartnerControls">Safran Electronics and Defense</TermName>
          <TermId xmlns="http://schemas.microsoft.com/office/infopath/2007/PartnerControls">09be7f39-4113-4616-9cb0-773043a7aa11</TermId>
        </TermInfo>
      </Terms>
    </e2fa6dee792b43efac6bb28cb4245109>
    <TaxCatchAll xmlns="594212a7-a8eb-497d-bd6b-0e3a174923ee">
      <Value>66</Value>
      <Value>3</Value>
      <Value>2</Value>
    </TaxCatchAll>
    <hbb7c253cca74a7eb37893d2c784478e xmlns="594212a7-a8eb-497d-bd6b-0e3a174923ee">
      <Terms xmlns="http://schemas.microsoft.com/office/infopath/2007/PartnerControls">
        <TermInfo xmlns="http://schemas.microsoft.com/office/infopath/2007/PartnerControls">
          <TermName xmlns="http://schemas.microsoft.com/office/infopath/2007/PartnerControls">Société de rang 1</TermName>
          <TermId xmlns="http://schemas.microsoft.com/office/infopath/2007/PartnerControls">153bb90e-11c3-427f-ad6a-31f0311df60b</TermId>
        </TermInfo>
      </Terms>
    </hbb7c253cca74a7eb37893d2c784478e>
    <ad37d51a25df4e05a3b157053c5270a3 xmlns="594212a7-a8eb-497d-bd6b-0e3a174923ee">
      <Terms xmlns="http://schemas.microsoft.com/office/infopath/2007/PartnerControls"/>
    </ad37d51a25df4e05a3b157053c5270a3>
    <l0cedefb36e74dc2b968aa0e806ff5e3 xmlns="594212a7-a8eb-497d-bd6b-0e3a174923ee">
      <Terms xmlns="http://schemas.microsoft.com/office/infopath/2007/PartnerControls"/>
    </l0cedefb36e74dc2b968aa0e806ff5e3>
    <TaxKeywordTaxHTField xmlns="594212a7-a8eb-497d-bd6b-0e3a174923ee">
      <Terms xmlns="http://schemas.microsoft.com/office/infopath/2007/PartnerControls"/>
    </TaxKeywordTaxHTField>
    <a825e358ec1643889847765ed6ff8a73 xmlns="594212a7-a8eb-497d-bd6b-0e3a174923ee">
      <Terms xmlns="http://schemas.microsoft.com/office/infopath/2007/PartnerControls"/>
    </a825e358ec1643889847765ed6ff8a73>
    <Audience xmlns="http://schemas.microsoft.com/sharepoint/v3">b1fcddf0-eb02-40cf-999e-f891355df569;;;;</Audience>
    <SAF_DateDeMiseAJour xmlns="594212a7-a8eb-497d-bd6b-0e3a174923ee">2022-07-17T22:00:00+00:00</SAF_DateDeMiseAJour>
    <SAF_Descriptif xmlns="594212a7-a8eb-497d-bd6b-0e3a174923ee">Template PowerPoint Safran Electronics &amp; Defense (2023) </SAF_Descriptif>
    <caf53a6a65da4c24b32d62b4b62720b3 xmlns="594212a7-a8eb-497d-bd6b-0e3a174923ee">
      <Terms xmlns="http://schemas.microsoft.com/office/infopath/2007/PartnerControls"/>
    </caf53a6a65da4c24b32d62b4b62720b3>
    <SAF_Auteur xmlns="594212a7-a8eb-497d-bd6b-0e3a174923ee" xsi:nil="true"/>
    <SharePoint_Item_Language xmlns="594212a7-a8eb-497d-bd6b-0e3a174923ee">FR</SharePoint_Item_Language>
  </documentManagement>
</p:properties>
</file>

<file path=customXml/item2.xml><?xml version="1.0" encoding="utf-8"?>
<ct:contentTypeSchema xmlns:ct="http://schemas.microsoft.com/office/2006/metadata/contentType" xmlns:ma="http://schemas.microsoft.com/office/2006/metadata/properties/metaAttributes" ct:_="" ma:_="" ma:contentTypeName="Insite document" ma:contentTypeID="0x010100D21E0D47AF3242459E2F63E44FCC089100777D7FF5B336497A8022BDD96D52F2060073A9C0FD6552724BA132B83B91CE397D" ma:contentTypeVersion="58" ma:contentTypeDescription="Create Insite document" ma:contentTypeScope="" ma:versionID="0834857758d6a40b535fa3f4194f2e20">
  <xsd:schema xmlns:xsd="http://www.w3.org/2001/XMLSchema" xmlns:xs="http://www.w3.org/2001/XMLSchema" xmlns:p="http://schemas.microsoft.com/office/2006/metadata/properties" xmlns:ns1="http://schemas.microsoft.com/sharepoint/v3" xmlns:ns2="594212a7-a8eb-497d-bd6b-0e3a174923ee" targetNamespace="http://schemas.microsoft.com/office/2006/metadata/properties" ma:root="true" ma:fieldsID="400080546e14f9f68da4df08c0fd31f3" ns1:_="" ns2:_="">
    <xsd:import namespace="http://schemas.microsoft.com/sharepoint/v3"/>
    <xsd:import namespace="594212a7-a8eb-497d-bd6b-0e3a174923ee"/>
    <xsd:element name="properties">
      <xsd:complexType>
        <xsd:sequence>
          <xsd:element name="documentManagement">
            <xsd:complexType>
              <xsd:all>
                <xsd:element ref="ns1:Audience"/>
                <xsd:element ref="ns1:PublishingRollupImage" minOccurs="0"/>
                <xsd:element ref="ns2:TaxCatchAll" minOccurs="0"/>
                <xsd:element ref="ns2:TaxCatchAllLabel" minOccurs="0"/>
                <xsd:element ref="ns2:hbb7c253cca74a7eb37893d2c784478e" minOccurs="0"/>
                <xsd:element ref="ns2:e2fa6dee792b43efac6bb28cb4245109" minOccurs="0"/>
                <xsd:element ref="ns2:m7fd08401b3947dfa98de00fecb0dae1" minOccurs="0"/>
                <xsd:element ref="ns2:l0cedefb36e74dc2b968aa0e806ff5e3" minOccurs="0"/>
                <xsd:element ref="ns2:e52db41c680243efb0b30a61ab228ec7" minOccurs="0"/>
                <xsd:element ref="ns2:bf182a5ee3d048a18e411565aa2e2f45" minOccurs="0"/>
                <xsd:element ref="ns2:ad37d51a25df4e05a3b157053c5270a3" minOccurs="0"/>
                <xsd:element ref="ns2:fd69f967cfe64500a3ea9d72cb3281b0" minOccurs="0"/>
                <xsd:element ref="ns2:a825e358ec1643889847765ed6ff8a73" minOccurs="0"/>
                <xsd:element ref="ns2:caf53a6a65da4c24b32d62b4b62720b3" minOccurs="0"/>
                <xsd:element ref="ns2:j0d00d49c94f4a41889fe0a90686fcf3" minOccurs="0"/>
                <xsd:element ref="ns2:SAF_Descriptif"/>
                <xsd:element ref="ns2:SAF_DateDeMiseAJour"/>
                <xsd:element ref="ns2:SAF_Auteur" minOccurs="0"/>
                <xsd:element ref="ns2:SharePoint_Item_Language"/>
                <xsd:element ref="ns2:SharePoint_Group_Language" minOccurs="0"/>
                <xsd:element ref="ns2:SAF_RollupImageUrl" minOccurs="0"/>
                <xsd:element ref="ns2:TaxKeyword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udience" ma:index="8" ma:displayName="Audiences ciblées" ma:description="La colonne de site Audiences ciblées est créée par la fonctionnalité de publication. Elle permet de spécifier les audiences auxquelles cette page est destinée." ma:internalName="Audience" ma:readOnly="false">
      <xsd:simpleType>
        <xsd:restriction base="dms:Unknown"/>
      </xsd:simpleType>
    </xsd:element>
    <xsd:element name="PublishingRollupImage" ma:index="9" nillable="true" ma:displayName="Rollup image" ma:description="La colonne de site Image Report est créée par la fonctionnalité de publication. Elle est utilisée sur le type de contenu Page comme image pour la page affichée dans les reports de contenu tels que le composant WebPart Contenu par recherche." ma:internalName="PublishingRollupImag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94212a7-a8eb-497d-bd6b-0e3a174923ee"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9065baee-787a-4b2c-9a5f-8c0ff377cc98}" ma:internalName="TaxCatchAll" ma:readOnly="false" ma:showField="CatchAllData" ma:web="b94a37a2-e238-44ac-b4eb-e030a9b276fc">
      <xsd:complexType>
        <xsd:complexContent>
          <xsd:extension base="dms:MultiChoiceLookup">
            <xsd:sequence>
              <xsd:element name="Value" type="dms:Lookup" maxOccurs="unbounded" minOccurs="0" nillable="true"/>
            </xsd:sequence>
          </xsd:extension>
        </xsd:complexContent>
      </xsd:complexType>
    </xsd:element>
    <xsd:element name="TaxCatchAllLabel" ma:index="11" nillable="true" ma:displayName="Taxonomy Catch All Column1" ma:description="" ma:hidden="true" ma:list="{9065baee-787a-4b2c-9a5f-8c0ff377cc98}" ma:internalName="TaxCatchAllLabel" ma:readOnly="false" ma:showField="CatchAllDataLabel" ma:web="b94a37a2-e238-44ac-b4eb-e030a9b276fc">
      <xsd:complexType>
        <xsd:complexContent>
          <xsd:extension base="dms:MultiChoiceLookup">
            <xsd:sequence>
              <xsd:element name="Value" type="dms:Lookup" maxOccurs="unbounded" minOccurs="0" nillable="true"/>
            </xsd:sequence>
          </xsd:extension>
        </xsd:complexContent>
      </xsd:complexType>
    </xsd:element>
    <xsd:element name="hbb7c253cca74a7eb37893d2c784478e" ma:index="12" ma:taxonomy="true" ma:internalName="hbb7c253cca74a7eb37893d2c784478e" ma:taxonomyFieldName="SAF_Perimetre" ma:displayName="Périmètre" ma:readOnly="false" ma:fieldId="{1bb7c253-cca7-4a7e-b378-93d2c784478e}" ma:sspId="45132351-61c7-4947-8fdd-28b295696121" ma:termSetId="1b45f720-bd19-43cd-a0f9-8331ec2f35d1" ma:anchorId="00000000-0000-0000-0000-000000000000" ma:open="false" ma:isKeyword="false">
      <xsd:complexType>
        <xsd:sequence>
          <xsd:element ref="pc:Terms" minOccurs="0" maxOccurs="1"/>
        </xsd:sequence>
      </xsd:complexType>
    </xsd:element>
    <xsd:element name="e2fa6dee792b43efac6bb28cb4245109" ma:index="14" ma:taxonomy="true" ma:internalName="e2fa6dee792b43efac6bb28cb4245109" ma:taxonomyFieldName="SAF_Company" ma:displayName="Société de rang 1" ma:readOnly="false" ma:fieldId="{e2fa6dee-792b-43ef-ac6b-b28cb4245109}" ma:sspId="45132351-61c7-4947-8fdd-28b295696121" ma:termSetId="2dac507a-73d1-4662-b862-22cce81597d9" ma:anchorId="00000000-0000-0000-0000-000000000000" ma:open="false" ma:isKeyword="false">
      <xsd:complexType>
        <xsd:sequence>
          <xsd:element ref="pc:Terms" minOccurs="0" maxOccurs="1"/>
        </xsd:sequence>
      </xsd:complexType>
    </xsd:element>
    <xsd:element name="m7fd08401b3947dfa98de00fecb0dae1" ma:index="16" nillable="true" ma:taxonomy="true" ma:internalName="m7fd08401b3947dfa98de00fecb0dae1" ma:taxonomyFieldName="SAF_SubSidiaryLevel1" ma:displayName="Filiale de niveau 1" ma:readOnly="false" ma:fieldId="{67fd0840-1b39-47df-a98d-e00fecb0dae1}" ma:sspId="45132351-61c7-4947-8fdd-28b295696121" ma:termSetId="b2de5a41-99c4-4b96-b173-1181d39d55cd" ma:anchorId="00000000-0000-0000-0000-000000000000" ma:open="false" ma:isKeyword="false">
      <xsd:complexType>
        <xsd:sequence>
          <xsd:element ref="pc:Terms" minOccurs="0" maxOccurs="1"/>
        </xsd:sequence>
      </xsd:complexType>
    </xsd:element>
    <xsd:element name="l0cedefb36e74dc2b968aa0e806ff5e3" ma:index="18" nillable="true" ma:taxonomy="true" ma:internalName="l0cedefb36e74dc2b968aa0e806ff5e3" ma:taxonomyFieldName="SAF_SubSidiaryLevel2" ma:displayName="Filiale de niveau 2" ma:readOnly="false" ma:fieldId="{50cedefb-36e7-4dc2-b968-aa0e806ff5e3}" ma:sspId="45132351-61c7-4947-8fdd-28b295696121" ma:termSetId="efd3a833-e321-4f7c-82ad-4506f059fe79" ma:anchorId="00000000-0000-0000-0000-000000000000" ma:open="false" ma:isKeyword="false">
      <xsd:complexType>
        <xsd:sequence>
          <xsd:element ref="pc:Terms" minOccurs="0" maxOccurs="1"/>
        </xsd:sequence>
      </xsd:complexType>
    </xsd:element>
    <xsd:element name="e52db41c680243efb0b30a61ab228ec7" ma:index="20" nillable="true" ma:taxonomy="true" ma:internalName="e52db41c680243efb0b30a61ab228ec7" ma:taxonomyFieldName="SAF_Site" ma:displayName="Etablissement " ma:readOnly="false" ma:fieldId="{e52db41c-6802-43ef-b0b3-0a61ab228ec7}" ma:sspId="45132351-61c7-4947-8fdd-28b295696121" ma:termSetId="1e2c52bd-2ad3-4b44-b39c-0928818a65bc" ma:anchorId="00000000-0000-0000-0000-000000000000" ma:open="false" ma:isKeyword="false">
      <xsd:complexType>
        <xsd:sequence>
          <xsd:element ref="pc:Terms" minOccurs="0" maxOccurs="1"/>
        </xsd:sequence>
      </xsd:complexType>
    </xsd:element>
    <xsd:element name="bf182a5ee3d048a18e411565aa2e2f45" ma:index="22" nillable="true" ma:taxonomy="true" ma:internalName="bf182a5ee3d048a18e411565aa2e2f45" ma:taxonomyFieldName="SAF_Location" ma:displayName="Site" ma:readOnly="false" ma:fieldId="{bf182a5e-e3d0-48a1-8e41-1565aa2e2f45}" ma:sspId="45132351-61c7-4947-8fdd-28b295696121" ma:termSetId="95b63218-de97-4165-820e-29e8a1311d57" ma:anchorId="00000000-0000-0000-0000-000000000000" ma:open="false" ma:isKeyword="false">
      <xsd:complexType>
        <xsd:sequence>
          <xsd:element ref="pc:Terms" minOccurs="0" maxOccurs="1"/>
        </xsd:sequence>
      </xsd:complexType>
    </xsd:element>
    <xsd:element name="ad37d51a25df4e05a3b157053c5270a3" ma:index="24" nillable="true" ma:taxonomy="true" ma:internalName="ad37d51a25df4e05a3b157053c5270a3" ma:taxonomyFieldName="SAF_CrossOverFunctions" ma:displayName="Fonctions transverses" ma:default="" ma:fieldId="{ad37d51a-25df-4e05-a3b1-57053c5270a3}" ma:taxonomyMulti="true" ma:sspId="45132351-61c7-4947-8fdd-28b295696121" ma:termSetId="3f763b69-121a-4a4d-aeac-562db83cf08c" ma:anchorId="00000000-0000-0000-0000-000000000000" ma:open="false" ma:isKeyword="false">
      <xsd:complexType>
        <xsd:sequence>
          <xsd:element ref="pc:Terms" minOccurs="0" maxOccurs="1"/>
        </xsd:sequence>
      </xsd:complexType>
    </xsd:element>
    <xsd:element name="fd69f967cfe64500a3ea9d72cb3281b0" ma:index="26" nillable="true" ma:taxonomy="true" ma:internalName="fd69f967cfe64500a3ea9d72cb3281b0" ma:taxonomyFieldName="SAF_Country" ma:displayName="Pays" ma:readOnly="false" ma:fieldId="{fd69f967-cfe6-4500-a3ea-9d72cb3281b0}" ma:sspId="45132351-61c7-4947-8fdd-28b295696121" ma:termSetId="f32f2a60-e9a7-4bda-8f61-46c43dbb3cad" ma:anchorId="00000000-0000-0000-0000-000000000000" ma:open="false" ma:isKeyword="false">
      <xsd:complexType>
        <xsd:sequence>
          <xsd:element ref="pc:Terms" minOccurs="0" maxOccurs="1"/>
        </xsd:sequence>
      </xsd:complexType>
    </xsd:element>
    <xsd:element name="a825e358ec1643889847765ed6ff8a73" ma:index="28" nillable="true" ma:taxonomy="true" ma:internalName="a825e358ec1643889847765ed6ff8a73" ma:taxonomyFieldName="SAF_BusinessUnit" ma:displayName="Direction" ma:readOnly="false" ma:fieldId="{a825e358-ec16-4388-9847-765ed6ff8a73}" ma:sspId="45132351-61c7-4947-8fdd-28b295696121" ma:termSetId="d540ff52-a7c7-403e-9d67-608dad319c48" ma:anchorId="00000000-0000-0000-0000-000000000000" ma:open="false" ma:isKeyword="false">
      <xsd:complexType>
        <xsd:sequence>
          <xsd:element ref="pc:Terms" minOccurs="0" maxOccurs="1"/>
        </xsd:sequence>
      </xsd:complexType>
    </xsd:element>
    <xsd:element name="caf53a6a65da4c24b32d62b4b62720b3" ma:index="30" nillable="true" ma:taxonomy="true" ma:internalName="caf53a6a65da4c24b32d62b4b62720b3" ma:taxonomyFieldName="SAF_Division" ma:displayName="Division et BU" ma:readOnly="false" ma:fieldId="{caf53a6a-65da-4c24-b32d-62b4b62720b3}" ma:sspId="45132351-61c7-4947-8fdd-28b295696121" ma:termSetId="5f50dbbd-fc38-49a7-84c2-cba8d57801dd" ma:anchorId="00000000-0000-0000-0000-000000000000" ma:open="false" ma:isKeyword="false">
      <xsd:complexType>
        <xsd:sequence>
          <xsd:element ref="pc:Terms" minOccurs="0" maxOccurs="1"/>
        </xsd:sequence>
      </xsd:complexType>
    </xsd:element>
    <xsd:element name="j0d00d49c94f4a41889fe0a90686fcf3" ma:index="32" ma:taxonomy="true" ma:internalName="j0d00d49c94f4a41889fe0a90686fcf3" ma:taxonomyFieldName="SAF_DocumentsType" ma:displayName="Type de document" ma:readOnly="false" ma:fieldId="{30d00d49-c94f-4a41-889f-e0a90686fcf3}" ma:sspId="45132351-61c7-4947-8fdd-28b295696121" ma:termSetId="50b2ac5f-3148-4a42-b234-fc348f9b3c89" ma:anchorId="00000000-0000-0000-0000-000000000000" ma:open="false" ma:isKeyword="false">
      <xsd:complexType>
        <xsd:sequence>
          <xsd:element ref="pc:Terms" minOccurs="0" maxOccurs="1"/>
        </xsd:sequence>
      </xsd:complexType>
    </xsd:element>
    <xsd:element name="SAF_Descriptif" ma:index="34" ma:displayName="Descriptif" ma:internalName="SAF_Descriptif" ma:readOnly="false">
      <xsd:simpleType>
        <xsd:restriction base="dms:Text">
          <xsd:maxLength value="200"/>
        </xsd:restriction>
      </xsd:simpleType>
    </xsd:element>
    <xsd:element name="SAF_DateDeMiseAJour" ma:index="35" ma:displayName="Date de mise à jour " ma:format="DateOnly" ma:internalName="SAF_DateDeMiseAJour" ma:readOnly="false">
      <xsd:simpleType>
        <xsd:restriction base="dms:DateTime"/>
      </xsd:simpleType>
    </xsd:element>
    <xsd:element name="SAF_Auteur" ma:index="36" nillable="true" ma:displayName="Auteur " ma:internalName="SAF_Auteur" ma:readOnly="false">
      <xsd:simpleType>
        <xsd:restriction base="dms:Note">
          <xsd:maxLength value="255"/>
        </xsd:restriction>
      </xsd:simpleType>
    </xsd:element>
    <xsd:element name="SharePoint_Item_Language" ma:index="37" ma:displayName="Language" ma:default="ALL" ma:format="Dropdown" ma:internalName="SharePoint_Item_Language">
      <xsd:simpleType>
        <xsd:restriction base="dms:Choice">
          <xsd:enumeration value="ALL"/>
          <xsd:enumeration value="EN"/>
          <xsd:enumeration value="FR"/>
        </xsd:restriction>
      </xsd:simpleType>
    </xsd:element>
    <xsd:element name="SharePoint_Group_Language" ma:index="38" nillable="true" ma:displayName="SharePoint_Group_Language" ma:default="0" ma:internalName="SharePoint_Group_Language">
      <xsd:simpleType>
        <xsd:restriction base="dms:Number"/>
      </xsd:simpleType>
    </xsd:element>
    <xsd:element name="SAF_RollupImageUrl" ma:index="39" nillable="true" ma:displayName="Rollup Image URL" ma:internalName="SAF_RollupImageUrl">
      <xsd:simpleType>
        <xsd:restriction base="dms:Text"/>
      </xsd:simpleType>
    </xsd:element>
    <xsd:element name="TaxKeywordTaxHTField" ma:index="40" nillable="true" ma:taxonomy="true" ma:internalName="TaxKeywordTaxHTField" ma:taxonomyFieldName="TaxKeyword" ma:displayName="Mots clés d’entreprise" ma:fieldId="{23f27201-bee3-471e-b2e7-b64fd8b7ca38}" ma:taxonomyMulti="true" ma:sspId="00000000-0000-0000-0000-000000000000"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45132351-61c7-4947-8fdd-28b295696121" ContentTypeId="0x010100D21E0D47AF3242459E2F63E44FCC089100777D7FF5B336497A8022BDD96D52F206"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CAB62E-46EA-4CFA-9368-A5A103E4171D}">
  <ds:schemaRefs>
    <ds:schemaRef ds:uri="http://purl.org/dc/dcmitype/"/>
    <ds:schemaRef ds:uri="http://schemas.microsoft.com/office/2006/metadata/properties"/>
    <ds:schemaRef ds:uri="http://schemas.microsoft.com/office/2006/documentManagement/types"/>
    <ds:schemaRef ds:uri="http://schemas.microsoft.com/sharepoint/v3"/>
    <ds:schemaRef ds:uri="http://purl.org/dc/terms/"/>
    <ds:schemaRef ds:uri="http://schemas.microsoft.com/office/infopath/2007/PartnerControls"/>
    <ds:schemaRef ds:uri="http://schemas.openxmlformats.org/package/2006/metadata/core-properties"/>
    <ds:schemaRef ds:uri="594212a7-a8eb-497d-bd6b-0e3a174923ee"/>
    <ds:schemaRef ds:uri="http://www.w3.org/XML/1998/namespace"/>
    <ds:schemaRef ds:uri="http://purl.org/dc/elements/1.1/"/>
  </ds:schemaRefs>
</ds:datastoreItem>
</file>

<file path=customXml/itemProps2.xml><?xml version="1.0" encoding="utf-8"?>
<ds:datastoreItem xmlns:ds="http://schemas.openxmlformats.org/officeDocument/2006/customXml" ds:itemID="{E08D7317-8193-4A0C-840A-DCC285ADE6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94212a7-a8eb-497d-bd6b-0e3a174923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8B3377-77D1-42F4-A694-FC418529EAF0}">
  <ds:schemaRefs>
    <ds:schemaRef ds:uri="Microsoft.SharePoint.Taxonomy.ContentTypeSync"/>
  </ds:schemaRefs>
</ds:datastoreItem>
</file>

<file path=customXml/itemProps4.xml><?xml version="1.0" encoding="utf-8"?>
<ds:datastoreItem xmlns:ds="http://schemas.openxmlformats.org/officeDocument/2006/customXml" ds:itemID="{1292F0B0-6B6C-4F46-8A3B-28477C3FE2D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59428</TotalTime>
  <Words>167</Words>
  <Application>Microsoft Office PowerPoint</Application>
  <PresentationFormat>Personnalisé</PresentationFormat>
  <Paragraphs>9</Paragraphs>
  <Slides>1</Slides>
  <Notes>0</Notes>
  <HiddenSlides>0</HiddenSlides>
  <MMClips>0</MMClips>
  <ScaleCrop>false</ScaleCrop>
  <HeadingPairs>
    <vt:vector size="6" baseType="variant">
      <vt:variant>
        <vt:lpstr>Polices utilisées</vt:lpstr>
      </vt:variant>
      <vt:variant>
        <vt:i4>6</vt:i4>
      </vt:variant>
      <vt:variant>
        <vt:lpstr>Thème</vt:lpstr>
      </vt:variant>
      <vt:variant>
        <vt:i4>4</vt:i4>
      </vt:variant>
      <vt:variant>
        <vt:lpstr>Titres des diapositives</vt:lpstr>
      </vt:variant>
      <vt:variant>
        <vt:i4>1</vt:i4>
      </vt:variant>
    </vt:vector>
  </HeadingPairs>
  <TitlesOfParts>
    <vt:vector size="11" baseType="lpstr">
      <vt:lpstr>Arial</vt:lpstr>
      <vt:lpstr>Calibri</vt:lpstr>
      <vt:lpstr>Microsoft Sans Serif</vt:lpstr>
      <vt:lpstr>Segoe UI</vt:lpstr>
      <vt:lpstr>Segoe UI Black</vt:lpstr>
      <vt:lpstr>Wingdings</vt:lpstr>
      <vt:lpstr>CORPORATE</vt:lpstr>
      <vt:lpstr>PINK</vt:lpstr>
      <vt:lpstr>ORANGE</vt:lpstr>
      <vt:lpstr>GREEN</vt:lpstr>
      <vt:lpstr>Challenge Navigation</vt:lpstr>
    </vt:vector>
  </TitlesOfParts>
  <Company>Safran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PowerPoint Safran Electronics &amp; Defense (2023)</dc:title>
  <dc:creator>pagecran</dc:creator>
  <cp:lastModifiedBy>DAVAIN Loic (SAFRAN ELECTRONICS &amp; DEFENSE)</cp:lastModifiedBy>
  <cp:revision>2189</cp:revision>
  <dcterms:created xsi:type="dcterms:W3CDTF">2013-03-06T15:31:41Z</dcterms:created>
  <dcterms:modified xsi:type="dcterms:W3CDTF">2024-08-22T13:21:51Z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bb961bf9-d2c3-49f3-b774-0a74abb297cd</vt:lpwstr>
  </property>
  <property fmtid="{D5CDD505-2E9C-101B-9397-08002B2CF9AE}" pid="3" name="Confidentiality">
    <vt:lpwstr>C1</vt:lpwstr>
  </property>
  <property fmtid="{D5CDD505-2E9C-101B-9397-08002B2CF9AE}" pid="4" name="NationalSecret">
    <vt:lpwstr>NONS</vt:lpwstr>
  </property>
  <property fmtid="{D5CDD505-2E9C-101B-9397-08002B2CF9AE}" pid="5" name="ExportControl">
    <vt:lpwstr/>
  </property>
  <property fmtid="{D5CDD505-2E9C-101B-9397-08002B2CF9AE}" pid="6" name="TaxKeyword">
    <vt:lpwstr/>
  </property>
  <property fmtid="{D5CDD505-2E9C-101B-9397-08002B2CF9AE}" pid="7" name="SAF_CrossOverFunctions">
    <vt:lpwstr/>
  </property>
  <property fmtid="{D5CDD505-2E9C-101B-9397-08002B2CF9AE}" pid="8" name="SAF_DocumentsType">
    <vt:lpwstr>66;#Modèle de PowerPoint|80c833d3-038d-45cb-b65f-a8d2234b6314</vt:lpwstr>
  </property>
  <property fmtid="{D5CDD505-2E9C-101B-9397-08002B2CF9AE}" pid="9" name="SAF_SubSidiaryLevel2">
    <vt:lpwstr/>
  </property>
  <property fmtid="{D5CDD505-2E9C-101B-9397-08002B2CF9AE}" pid="10" name="SAF_Location">
    <vt:lpwstr/>
  </property>
  <property fmtid="{D5CDD505-2E9C-101B-9397-08002B2CF9AE}" pid="11" name="ContentTypeId">
    <vt:lpwstr>0x010100D21E0D47AF3242459E2F63E44FCC089100777D7FF5B336497A8022BDD96D52F2060073A9C0FD6552724BA132B83B91CE397D</vt:lpwstr>
  </property>
  <property fmtid="{D5CDD505-2E9C-101B-9397-08002B2CF9AE}" pid="12" name="SAF_BusinessUnit">
    <vt:lpwstr/>
  </property>
  <property fmtid="{D5CDD505-2E9C-101B-9397-08002B2CF9AE}" pid="13" name="SAF_Company">
    <vt:lpwstr>3;#Safran Electronics and Defense|09be7f39-4113-4616-9cb0-773043a7aa11</vt:lpwstr>
  </property>
  <property fmtid="{D5CDD505-2E9C-101B-9397-08002B2CF9AE}" pid="14" name="SAF_Division">
    <vt:lpwstr/>
  </property>
  <property fmtid="{D5CDD505-2E9C-101B-9397-08002B2CF9AE}" pid="15" name="SAF_SubSidiaryLevel1">
    <vt:lpwstr/>
  </property>
  <property fmtid="{D5CDD505-2E9C-101B-9397-08002B2CF9AE}" pid="16" name="SAF_Site">
    <vt:lpwstr/>
  </property>
  <property fmtid="{D5CDD505-2E9C-101B-9397-08002B2CF9AE}" pid="17" name="SAF_Perimetre">
    <vt:lpwstr>2;#Société de rang 1|153bb90e-11c3-427f-ad6a-31f0311df60b</vt:lpwstr>
  </property>
  <property fmtid="{D5CDD505-2E9C-101B-9397-08002B2CF9AE}" pid="18" name="SAF_Country">
    <vt:lpwstr/>
  </property>
  <property fmtid="{D5CDD505-2E9C-101B-9397-08002B2CF9AE}" pid="19" name="MSIP_Label_024ffcea-f25b-491e-9dc9-834516f3550e_Enabled">
    <vt:lpwstr>true</vt:lpwstr>
  </property>
  <property fmtid="{D5CDD505-2E9C-101B-9397-08002B2CF9AE}" pid="20" name="MSIP_Label_024ffcea-f25b-491e-9dc9-834516f3550e_SetDate">
    <vt:lpwstr>2024-08-22T13:21:38Z</vt:lpwstr>
  </property>
  <property fmtid="{D5CDD505-2E9C-101B-9397-08002B2CF9AE}" pid="21" name="MSIP_Label_024ffcea-f25b-491e-9dc9-834516f3550e_Method">
    <vt:lpwstr>Standard</vt:lpwstr>
  </property>
  <property fmtid="{D5CDD505-2E9C-101B-9397-08002B2CF9AE}" pid="22" name="MSIP_Label_024ffcea-f25b-491e-9dc9-834516f3550e_Name">
    <vt:lpwstr>C2 - restricted</vt:lpwstr>
  </property>
  <property fmtid="{D5CDD505-2E9C-101B-9397-08002B2CF9AE}" pid="23" name="MSIP_Label_024ffcea-f25b-491e-9dc9-834516f3550e_SiteId">
    <vt:lpwstr>d52b49b7-0c8f-4d89-8c4f-f20517306e08</vt:lpwstr>
  </property>
  <property fmtid="{D5CDD505-2E9C-101B-9397-08002B2CF9AE}" pid="24" name="MSIP_Label_024ffcea-f25b-491e-9dc9-834516f3550e_ActionId">
    <vt:lpwstr>6ce9abc7-06b2-4d0e-bc81-52556f16961b</vt:lpwstr>
  </property>
  <property fmtid="{D5CDD505-2E9C-101B-9397-08002B2CF9AE}" pid="25" name="MSIP_Label_024ffcea-f25b-491e-9dc9-834516f3550e_ContentBits">
    <vt:lpwstr>1</vt:lpwstr>
  </property>
</Properties>
</file>